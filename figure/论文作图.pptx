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59" r:id="rId5"/>
    <p:sldId id="260" r:id="rId6"/>
    <p:sldId id="258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71FF"/>
    <a:srgbClr val="7AF686"/>
    <a:srgbClr val="2400B6"/>
    <a:srgbClr val="FF7171"/>
    <a:srgbClr val="FD8A73"/>
    <a:srgbClr val="A6A6C9"/>
    <a:srgbClr val="05CD1D"/>
    <a:srgbClr val="2400FE"/>
    <a:srgbClr val="AD43EF"/>
    <a:srgbClr val="D423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78" autoAdjust="0"/>
    <p:restoredTop sz="93429" autoAdjust="0"/>
  </p:normalViewPr>
  <p:slideViewPr>
    <p:cSldViewPr snapToGrid="0">
      <p:cViewPr>
        <p:scale>
          <a:sx n="150" d="100"/>
          <a:sy n="150" d="100"/>
        </p:scale>
        <p:origin x="-3692" y="-19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5FF8DF-FAD2-67AB-58A3-BAE89D9A6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9E8C3BF-835E-181F-12CD-2B96E00A8D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FB7A4B-1F87-8359-ACE1-572DEB6A5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624EFD-C0AD-29DC-676B-F65967B2E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5FE910-CDE2-1C4F-929B-931668029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2331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5598A7-28AB-6DFE-498E-A3E1BA8E2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9CBE12-58F2-F5C1-5A05-A6F842725A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AC96EE-47C0-032F-7323-EC75D820A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E4C0F2-D990-1F01-0A52-FCC95F8B4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EE9635-5A46-4CA7-5A61-6849400D6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6067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F452CC-174A-D5BC-B80B-4E92AE0675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4AB5E99-414D-DD20-A29C-24B75F9F7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D93081D-D84A-BBE4-C595-512830BD5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4669AF-5AD3-3C09-920C-2061A9745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AC9BA6-0655-E6BC-4A77-9954F80EC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2332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87120C-DD56-6E5C-F45D-F809AF8AE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00D8C87-9623-6C93-12FD-F87E135444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3B682EC-0A40-7C64-84F0-28B0E621D2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3F245D6-167A-4B30-5494-81ABC9C6A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C384628-B129-CC69-FB87-9FB1C15C7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52BBD38-C013-AD87-A2D9-C9F7BDB8E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2891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12DEC0-7A09-0E9A-07C9-D5D5968DA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D6BFCB8-5559-5753-3405-DD496D5572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F7EF0DA-520E-8F0C-0F2B-134B44131E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81912AA-A844-5B87-0BBD-ABC0B5D0A3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410A5F7-6946-C1F6-E7B6-B1BB5ADDDE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A0BF696-9028-33C1-BFDB-0EBB21F00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68784A6-8AA9-F11A-A429-CFC088A75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4F0973D-C3F1-513C-4956-CC8FB436A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1018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E8FF2-B1B8-A7F4-D7EA-D9DB3D7AD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9993A9F-5088-0FB3-2297-A23BBCA89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56B5B93-73E5-372E-9E07-BC80485D0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B73CD84-B3BF-4903-D0B4-8308A7121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4602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C6419A5-ADF9-5A06-6019-867B5F435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64B5653-E16E-D032-CCB5-4DDFCBA1A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3ED80CB-91A3-AEE6-7BA7-BA2E87364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1877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8D6AFA-9E34-8658-489E-0F975B601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DE66A71-78C6-4F3A-9B73-E11126A42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7A200C4-1F71-A274-5D25-ED1FE1C67A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E1B45A9-5627-54FB-85FD-1D8084C54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4E9AF6E-C18F-B613-0615-08E4E8473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5075C75-C138-82AD-7BBD-69560EEAD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82448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B98E74-542C-405A-C3F8-69C7BCB62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84294B6-FD90-FDC6-FEB0-C7274F97BD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70AAA9D-3F43-CC46-0706-439A1FBCE8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83C691D-411E-F319-00A0-6DF599BBA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FABFDE5-748F-34BE-18C3-F8FCF84B7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940F12B-9E85-4C7A-D3B0-792417C51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42139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9C0A38-850C-EE29-CA49-81039F1D3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B3F459C-C577-F154-3067-75B3442AF4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18C812-C737-5912-7031-5C9E8E519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B48D1B-4A66-AEC9-F7BF-AE27337F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3088EEA-894F-3562-C036-78DE1996F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0971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CA3EDF1-1190-1B6D-5B1A-CB0E28DAF9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0E1BC72-ADA2-DA40-D0C9-B142D17F18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39371A-6EE0-C98B-0698-FB910BE83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EA6793E-2826-2AF2-47E6-6318DB39D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BA540A-4EC8-B8E4-D56C-1FC326368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6677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E52E588-31E1-DC12-E459-60FCD2C5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6D582E-05E9-86AE-E04A-2816ECEB5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F153E5-A389-6F05-A57E-8A5BD551E1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3A1C0C-849E-4F19-A4E2-7141EE991EC3}" type="datetimeFigureOut">
              <a:rPr lang="zh-CN" altLang="en-US" smtClean="0"/>
              <a:t>2026/3/6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5E8038-19E7-0E64-A360-CEAEE0E252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EA2766-F92C-7973-12F6-B80F6F4486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1081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10" Type="http://schemas.openxmlformats.org/officeDocument/2006/relationships/image" Target="../media/image7.wmf"/><Relationship Id="rId4" Type="http://schemas.openxmlformats.org/officeDocument/2006/relationships/image" Target="../media/image4.emf"/><Relationship Id="rId9" Type="http://schemas.openxmlformats.org/officeDocument/2006/relationships/oleObject" Target="../embeddings/oleObject4.bin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.bin"/><Relationship Id="rId3" Type="http://schemas.openxmlformats.org/officeDocument/2006/relationships/image" Target="../media/image10.png"/><Relationship Id="rId7" Type="http://schemas.openxmlformats.org/officeDocument/2006/relationships/image" Target="../media/image12.em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11.emf"/><Relationship Id="rId4" Type="http://schemas.openxmlformats.org/officeDocument/2006/relationships/oleObject" Target="../embeddings/oleObject5.bin"/><Relationship Id="rId9" Type="http://schemas.openxmlformats.org/officeDocument/2006/relationships/image" Target="../media/image1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g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组合 41">
            <a:extLst>
              <a:ext uri="{FF2B5EF4-FFF2-40B4-BE49-F238E27FC236}">
                <a16:creationId xmlns:a16="http://schemas.microsoft.com/office/drawing/2014/main" id="{F8CC3C6E-5E61-51A8-01C1-32F60A24EF5D}"/>
              </a:ext>
            </a:extLst>
          </p:cNvPr>
          <p:cNvGrpSpPr/>
          <p:nvPr/>
        </p:nvGrpSpPr>
        <p:grpSpPr>
          <a:xfrm>
            <a:off x="4832758" y="1890978"/>
            <a:ext cx="2146383" cy="2266875"/>
            <a:chOff x="4832758" y="1890978"/>
            <a:chExt cx="2146383" cy="2266875"/>
          </a:xfrm>
        </p:grpSpPr>
        <p:pic>
          <p:nvPicPr>
            <p:cNvPr id="41" name="图片 40">
              <a:extLst>
                <a:ext uri="{FF2B5EF4-FFF2-40B4-BE49-F238E27FC236}">
                  <a16:creationId xmlns:a16="http://schemas.microsoft.com/office/drawing/2014/main" id="{79693711-2062-0107-3F6B-112B9109AB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6800"/>
                      </a14:imgEffect>
                      <a14:imgEffect>
                        <a14:saturation sat="7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763" t="14841" r="19209" b="2466"/>
            <a:stretch>
              <a:fillRect/>
            </a:stretch>
          </p:blipFill>
          <p:spPr>
            <a:xfrm>
              <a:off x="4832758" y="2057451"/>
              <a:ext cx="2146383" cy="2100402"/>
            </a:xfrm>
            <a:prstGeom prst="rect">
              <a:avLst/>
            </a:prstGeom>
            <a:solidFill>
              <a:schemeClr val="bg1"/>
            </a:solidFill>
          </p:spPr>
        </p:pic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E47AE85C-DB1E-4A80-5B36-5F905DD23532}"/>
                </a:ext>
              </a:extLst>
            </p:cNvPr>
            <p:cNvGrpSpPr/>
            <p:nvPr/>
          </p:nvGrpSpPr>
          <p:grpSpPr>
            <a:xfrm>
              <a:off x="5303607" y="1890978"/>
              <a:ext cx="774935" cy="1332381"/>
              <a:chOff x="5303607" y="1890978"/>
              <a:chExt cx="774935" cy="1332381"/>
            </a:xfrm>
          </p:grpSpPr>
          <p:cxnSp>
            <p:nvCxnSpPr>
              <p:cNvPr id="6" name="直接箭头连接符 5">
                <a:extLst>
                  <a:ext uri="{FF2B5EF4-FFF2-40B4-BE49-F238E27FC236}">
                    <a16:creationId xmlns:a16="http://schemas.microsoft.com/office/drawing/2014/main" id="{84EE0A12-8F22-0873-F7C1-BDB767EEFD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1308" y="2477829"/>
                <a:ext cx="369843" cy="579057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直接箭头连接符 7">
                <a:extLst>
                  <a:ext uri="{FF2B5EF4-FFF2-40B4-BE49-F238E27FC236}">
                    <a16:creationId xmlns:a16="http://schemas.microsoft.com/office/drawing/2014/main" id="{A5F3B29A-8FDD-6AE1-EF70-0B977DAD71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89455" y="2099496"/>
                <a:ext cx="531933" cy="386569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接箭头连接符 10">
                <a:extLst>
                  <a:ext uri="{FF2B5EF4-FFF2-40B4-BE49-F238E27FC236}">
                    <a16:creationId xmlns:a16="http://schemas.microsoft.com/office/drawing/2014/main" id="{980110D6-84B2-30CE-8D9C-6C3C429D43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5806" y="2479946"/>
                <a:ext cx="282686" cy="245867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86EF5544-19C8-8E23-B850-A1FD4D65E512}"/>
                  </a:ext>
                </a:extLst>
              </p:cNvPr>
              <p:cNvSpPr txBox="1"/>
              <p:nvPr/>
            </p:nvSpPr>
            <p:spPr>
              <a:xfrm>
                <a:off x="5733356" y="1890978"/>
                <a:ext cx="345186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i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altLang="zh-CN" sz="1000" i="1" baseline="-25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zh-CN" altLang="en-US" sz="10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EF7F388-0E5F-BBB9-887C-FAF83BA9437B}"/>
                  </a:ext>
                </a:extLst>
              </p:cNvPr>
              <p:cNvSpPr txBox="1"/>
              <p:nvPr/>
            </p:nvSpPr>
            <p:spPr>
              <a:xfrm>
                <a:off x="5702782" y="2602702"/>
                <a:ext cx="351378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en-US" altLang="zh-CN" sz="1000" i="1" baseline="-25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zh-CN" altLang="en-US" sz="10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BA4906D1-DBC6-5C32-1FB8-CEA5DB0FCE08}"/>
                  </a:ext>
                </a:extLst>
              </p:cNvPr>
              <p:cNvSpPr txBox="1"/>
              <p:nvPr/>
            </p:nvSpPr>
            <p:spPr>
              <a:xfrm>
                <a:off x="5653108" y="2977138"/>
                <a:ext cx="317818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i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</a:t>
                </a:r>
                <a:r>
                  <a:rPr lang="en-US" altLang="zh-CN" sz="1000" i="1" baseline="-25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zh-CN" altLang="en-US" sz="10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E4252335-7AA0-B8C0-EF3D-4EE735AEFDCC}"/>
                  </a:ext>
                </a:extLst>
              </p:cNvPr>
              <p:cNvSpPr txBox="1"/>
              <p:nvPr/>
            </p:nvSpPr>
            <p:spPr>
              <a:xfrm>
                <a:off x="5303607" y="2437492"/>
                <a:ext cx="371696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r>
                  <a:rPr lang="en-US" altLang="zh-CN" sz="1000" i="1" baseline="-25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zh-CN" altLang="en-US" sz="10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F3808FC-4E6D-7B2D-D1F8-3EDF170867C0}"/>
              </a:ext>
            </a:extLst>
          </p:cNvPr>
          <p:cNvGrpSpPr/>
          <p:nvPr/>
        </p:nvGrpSpPr>
        <p:grpSpPr>
          <a:xfrm>
            <a:off x="6738166" y="3107652"/>
            <a:ext cx="1325971" cy="1296422"/>
            <a:chOff x="7220429" y="3458175"/>
            <a:chExt cx="1325971" cy="1296422"/>
          </a:xfrm>
        </p:grpSpPr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E29B8063-E3CF-C414-6306-8C58C3DF9A00}"/>
                </a:ext>
              </a:extLst>
            </p:cNvPr>
            <p:cNvSpPr txBox="1"/>
            <p:nvPr/>
          </p:nvSpPr>
          <p:spPr>
            <a:xfrm>
              <a:off x="7661574" y="4508376"/>
              <a:ext cx="3398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en-US" altLang="zh-CN" sz="10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zh-CN" altLang="en-US" sz="10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6A1B77E3-5FA5-E119-C11C-47BF678DE4EF}"/>
                </a:ext>
              </a:extLst>
            </p:cNvPr>
            <p:cNvGrpSpPr/>
            <p:nvPr/>
          </p:nvGrpSpPr>
          <p:grpSpPr>
            <a:xfrm>
              <a:off x="7220429" y="3458175"/>
              <a:ext cx="1325971" cy="1050201"/>
              <a:chOff x="7220429" y="3458175"/>
              <a:chExt cx="1325971" cy="1050201"/>
            </a:xfrm>
          </p:grpSpPr>
          <p:cxnSp>
            <p:nvCxnSpPr>
              <p:cNvPr id="5" name="直接箭头连接符 4">
                <a:extLst>
                  <a:ext uri="{FF2B5EF4-FFF2-40B4-BE49-F238E27FC236}">
                    <a16:creationId xmlns:a16="http://schemas.microsoft.com/office/drawing/2014/main" id="{13B0ECFC-6226-6C7C-BD7A-578490105D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23018" y="3681695"/>
                <a:ext cx="658672" cy="80826"/>
              </a:xfrm>
              <a:prstGeom prst="straightConnector1">
                <a:avLst/>
              </a:prstGeom>
              <a:ln w="9525"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390C035-09E3-035A-E0C5-604974510260}"/>
                  </a:ext>
                </a:extLst>
              </p:cNvPr>
              <p:cNvSpPr txBox="1"/>
              <p:nvPr/>
            </p:nvSpPr>
            <p:spPr>
              <a:xfrm>
                <a:off x="7220429" y="3988355"/>
                <a:ext cx="33981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en-US" altLang="zh-CN" sz="1000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zh-CN" altLang="en-US" sz="10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D87C9058-0766-44E4-64DB-1FBF7637034E}"/>
                  </a:ext>
                </a:extLst>
              </p:cNvPr>
              <p:cNvGrpSpPr/>
              <p:nvPr/>
            </p:nvGrpSpPr>
            <p:grpSpPr>
              <a:xfrm>
                <a:off x="7326007" y="3458175"/>
                <a:ext cx="1220393" cy="1050201"/>
                <a:chOff x="7326007" y="3458175"/>
                <a:chExt cx="1220393" cy="1050201"/>
              </a:xfrm>
            </p:grpSpPr>
            <p:cxnSp>
              <p:nvCxnSpPr>
                <p:cNvPr id="3" name="直接箭头连接符 2">
                  <a:extLst>
                    <a:ext uri="{FF2B5EF4-FFF2-40B4-BE49-F238E27FC236}">
                      <a16:creationId xmlns:a16="http://schemas.microsoft.com/office/drawing/2014/main" id="{70231D4E-984E-9022-BBB6-0DA7379ADD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627781" y="3681695"/>
                  <a:ext cx="0" cy="826681"/>
                </a:xfrm>
                <a:prstGeom prst="straightConnector1">
                  <a:avLst/>
                </a:prstGeom>
                <a:ln w="9525">
                  <a:headEnd type="none" w="med" len="med"/>
                  <a:tailEnd type="arrow" w="med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直接箭头连接符 9">
                  <a:extLst>
                    <a:ext uri="{FF2B5EF4-FFF2-40B4-BE49-F238E27FC236}">
                      <a16:creationId xmlns:a16="http://schemas.microsoft.com/office/drawing/2014/main" id="{40621A41-E88D-D7B1-499F-73613ADB9D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7326007" y="3681695"/>
                  <a:ext cx="301774" cy="321348"/>
                </a:xfrm>
                <a:prstGeom prst="straightConnector1">
                  <a:avLst/>
                </a:prstGeom>
                <a:ln w="9525">
                  <a:headEnd type="none" w="med" len="med"/>
                  <a:tailEnd type="arrow" w="med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5C8B6016-45B3-3534-389B-AC012E1BBDFA}"/>
                    </a:ext>
                  </a:extLst>
                </p:cNvPr>
                <p:cNvSpPr txBox="1"/>
                <p:nvPr/>
              </p:nvSpPr>
              <p:spPr>
                <a:xfrm>
                  <a:off x="7525459" y="3458175"/>
                  <a:ext cx="33981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</a:t>
                  </a:r>
                  <a:r>
                    <a:rPr lang="en-US" altLang="zh-CN" sz="1000" i="1" baseline="-25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</a:t>
                  </a:r>
                  <a:endParaRPr lang="zh-CN" altLang="en-US" sz="1000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676123E0-B3B5-DFDB-FA57-7B7025050A19}"/>
                    </a:ext>
                  </a:extLst>
                </p:cNvPr>
                <p:cNvSpPr txBox="1"/>
                <p:nvPr/>
              </p:nvSpPr>
              <p:spPr>
                <a:xfrm>
                  <a:off x="7865272" y="3805011"/>
                  <a:ext cx="681128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X</a:t>
                  </a:r>
                  <a:r>
                    <a:rPr lang="en-US" altLang="zh-CN" sz="1000" i="1" baseline="-25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</a:t>
                  </a:r>
                  <a:r>
                    <a:rPr lang="en-US" altLang="zh-CN" sz="10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(North)</a:t>
                  </a:r>
                  <a:endParaRPr lang="zh-CN" altLang="en-US" sz="1000" i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</p:grpSp>
      </p:grpSp>
      <p:sp>
        <p:nvSpPr>
          <p:cNvPr id="62" name="文本框 61">
            <a:extLst>
              <a:ext uri="{FF2B5EF4-FFF2-40B4-BE49-F238E27FC236}">
                <a16:creationId xmlns:a16="http://schemas.microsoft.com/office/drawing/2014/main" id="{DDAC0B76-AFF6-D608-1DDC-1F981F56A31B}"/>
              </a:ext>
            </a:extLst>
          </p:cNvPr>
          <p:cNvSpPr txBox="1"/>
          <p:nvPr/>
        </p:nvSpPr>
        <p:spPr>
          <a:xfrm>
            <a:off x="1275801" y="6000701"/>
            <a:ext cx="8427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需要在幻灯片放映模式按照</a:t>
            </a:r>
            <a:r>
              <a:rPr lang="en-US" altLang="zh-CN" dirty="0"/>
              <a:t>200%</a:t>
            </a:r>
            <a:r>
              <a:rPr lang="zh-CN" altLang="en-US" dirty="0"/>
              <a:t>放映，再截图，最后插入图片时用</a:t>
            </a:r>
            <a:r>
              <a:rPr lang="en-US" altLang="zh-CN" dirty="0"/>
              <a:t>[scale=0.3]</a:t>
            </a:r>
            <a:r>
              <a:rPr lang="zh-CN" altLang="en-US" dirty="0"/>
              <a:t>插入</a:t>
            </a:r>
          </a:p>
        </p:txBody>
      </p:sp>
    </p:spTree>
    <p:extLst>
      <p:ext uri="{BB962C8B-B14F-4D97-AF65-F5344CB8AC3E}">
        <p14:creationId xmlns:p14="http://schemas.microsoft.com/office/powerpoint/2010/main" val="181011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CCA180E-C6FE-26A1-9783-DE1F0B910E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1843" y="1071880"/>
            <a:ext cx="5548313" cy="381000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0680FA60-6931-4EA8-095B-9DB1F6DC2DA2}"/>
              </a:ext>
            </a:extLst>
          </p:cNvPr>
          <p:cNvSpPr txBox="1"/>
          <p:nvPr/>
        </p:nvSpPr>
        <p:spPr>
          <a:xfrm>
            <a:off x="7839256" y="3305889"/>
            <a:ext cx="5693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涵道壁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E60BA16-8821-AC6A-BB4F-943D7F88C630}"/>
              </a:ext>
            </a:extLst>
          </p:cNvPr>
          <p:cNvSpPr txBox="1"/>
          <p:nvPr/>
        </p:nvSpPr>
        <p:spPr>
          <a:xfrm>
            <a:off x="7711016" y="2587228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涵道风扇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51526F2-113E-AC82-AD78-9E501972A35A}"/>
              </a:ext>
            </a:extLst>
          </p:cNvPr>
          <p:cNvSpPr txBox="1"/>
          <p:nvPr/>
        </p:nvSpPr>
        <p:spPr>
          <a:xfrm>
            <a:off x="7582776" y="4352686"/>
            <a:ext cx="8258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舵机驱动板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2DAFCCA-DE8B-3C6E-D8C1-14FF902A7417}"/>
              </a:ext>
            </a:extLst>
          </p:cNvPr>
          <p:cNvSpPr txBox="1"/>
          <p:nvPr/>
        </p:nvSpPr>
        <p:spPr>
          <a:xfrm>
            <a:off x="7967497" y="3946602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舵机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1682F23-BB91-8A3A-A239-B65498E8526E}"/>
              </a:ext>
            </a:extLst>
          </p:cNvPr>
          <p:cNvSpPr txBox="1"/>
          <p:nvPr/>
        </p:nvSpPr>
        <p:spPr>
          <a:xfrm>
            <a:off x="3783359" y="4352686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控制舵面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487759F-A00C-753E-45A4-E242302E3003}"/>
              </a:ext>
            </a:extLst>
          </p:cNvPr>
          <p:cNvSpPr txBox="1"/>
          <p:nvPr/>
        </p:nvSpPr>
        <p:spPr>
          <a:xfrm>
            <a:off x="7967497" y="2061371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电机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16403C0-663D-A50F-A4F6-A5FEAD9FD4E8}"/>
              </a:ext>
            </a:extLst>
          </p:cNvPr>
          <p:cNvSpPr txBox="1"/>
          <p:nvPr/>
        </p:nvSpPr>
        <p:spPr>
          <a:xfrm>
            <a:off x="3783358" y="2713439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电池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18E1416-0D9E-B9A6-3667-1448C9CDAA5D}"/>
              </a:ext>
            </a:extLst>
          </p:cNvPr>
          <p:cNvSpPr txBox="1"/>
          <p:nvPr/>
        </p:nvSpPr>
        <p:spPr>
          <a:xfrm>
            <a:off x="3783359" y="2163526"/>
            <a:ext cx="8258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飞行控制板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A34F45F-258A-1C35-C96B-1D148DC283A3}"/>
              </a:ext>
            </a:extLst>
          </p:cNvPr>
          <p:cNvSpPr txBox="1"/>
          <p:nvPr/>
        </p:nvSpPr>
        <p:spPr>
          <a:xfrm>
            <a:off x="3783358" y="1754214"/>
            <a:ext cx="13388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飞行控制板仓室外壳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F481A02-AC23-C4DD-B9A8-34C073659D02}"/>
              </a:ext>
            </a:extLst>
          </p:cNvPr>
          <p:cNvSpPr txBox="1"/>
          <p:nvPr/>
        </p:nvSpPr>
        <p:spPr>
          <a:xfrm>
            <a:off x="3783358" y="3424002"/>
            <a:ext cx="8258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反扭距襟翼</a:t>
            </a: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C22202F-B80C-720D-97D4-58C4EC084955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5122186" y="1877325"/>
            <a:ext cx="573764" cy="28620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9B267D8-F074-1BC0-3AA6-D62DE87F5B63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4609226" y="2184918"/>
            <a:ext cx="1300507" cy="10171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114539FD-5EE8-9227-7F7F-D57A3E1335A8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4224504" y="2526332"/>
            <a:ext cx="1431229" cy="3102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83B53ED-3CB3-8409-F62F-BA14594A81DF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4609225" y="3547113"/>
            <a:ext cx="88140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897ABDEB-920E-67BA-FB3E-0E5F875BA191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480986" y="4192823"/>
            <a:ext cx="979440" cy="2829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A8CDB34-DEB6-C9BC-BAF2-E3DA0C9F0F29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6308725" y="4305300"/>
            <a:ext cx="1274051" cy="1704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2D218BD-36ED-5429-5B96-A637F97BFEA4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6308725" y="3946602"/>
            <a:ext cx="1658772" cy="1231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A39157E3-10A8-C3D7-AE5D-B597281F779A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7264400" y="3429000"/>
            <a:ext cx="5748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1507B0CE-CCDB-DF3B-C128-3C10A2275005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6536269" y="2710339"/>
            <a:ext cx="1174747" cy="3573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5C8A98D0-D848-3E1B-EA8D-DC31A9F5C78B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6308725" y="2184482"/>
            <a:ext cx="1658772" cy="72691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FAE7DA4A-7BBA-A89E-A16E-CF1CA5A1C0DA}"/>
              </a:ext>
            </a:extLst>
          </p:cNvPr>
          <p:cNvSpPr txBox="1"/>
          <p:nvPr/>
        </p:nvSpPr>
        <p:spPr>
          <a:xfrm>
            <a:off x="1275801" y="6000701"/>
            <a:ext cx="854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需要在幻灯片放映模式按照</a:t>
            </a:r>
            <a:r>
              <a:rPr lang="en-US" altLang="zh-CN" dirty="0"/>
              <a:t>200%</a:t>
            </a:r>
            <a:r>
              <a:rPr lang="zh-CN" altLang="en-US" dirty="0"/>
              <a:t>放映，再截图，最后插入图片时用</a:t>
            </a:r>
            <a:r>
              <a:rPr lang="en-US" altLang="zh-CN" dirty="0"/>
              <a:t>[scale=0.25]</a:t>
            </a:r>
            <a:r>
              <a:rPr lang="zh-CN" altLang="en-US" dirty="0"/>
              <a:t>插入</a:t>
            </a:r>
          </a:p>
        </p:txBody>
      </p:sp>
    </p:spTree>
    <p:extLst>
      <p:ext uri="{BB962C8B-B14F-4D97-AF65-F5344CB8AC3E}">
        <p14:creationId xmlns:p14="http://schemas.microsoft.com/office/powerpoint/2010/main" val="3438737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5BC8E188-0098-417A-ECD3-3CC20B9DC7D1}"/>
              </a:ext>
            </a:extLst>
          </p:cNvPr>
          <p:cNvGrpSpPr/>
          <p:nvPr/>
        </p:nvGrpSpPr>
        <p:grpSpPr>
          <a:xfrm>
            <a:off x="4044469" y="999497"/>
            <a:ext cx="2520000" cy="2429503"/>
            <a:chOff x="4044469" y="999497"/>
            <a:chExt cx="2520000" cy="2429503"/>
          </a:xfrm>
        </p:grpSpPr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B8BDB6D8-BE5E-2459-2FFE-78BF55C8C673}"/>
                </a:ext>
              </a:extLst>
            </p:cNvPr>
            <p:cNvGrpSpPr/>
            <p:nvPr/>
          </p:nvGrpSpPr>
          <p:grpSpPr>
            <a:xfrm>
              <a:off x="4044469" y="999497"/>
              <a:ext cx="2520000" cy="2429503"/>
              <a:chOff x="4044469" y="999497"/>
              <a:chExt cx="2520000" cy="2429503"/>
            </a:xfrm>
          </p:grpSpPr>
          <p:pic>
            <p:nvPicPr>
              <p:cNvPr id="4" name="图片 3">
                <a:extLst>
                  <a:ext uri="{FF2B5EF4-FFF2-40B4-BE49-F238E27FC236}">
                    <a16:creationId xmlns:a16="http://schemas.microsoft.com/office/drawing/2014/main" id="{3C850316-CEBE-F224-6BCB-13345A3353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44469" y="999497"/>
                <a:ext cx="2520000" cy="2429503"/>
              </a:xfrm>
              <a:prstGeom prst="rect">
                <a:avLst/>
              </a:prstGeom>
            </p:spPr>
          </p:pic>
          <p:cxnSp>
            <p:nvCxnSpPr>
              <p:cNvPr id="5" name="直接箭头连接符 4">
                <a:extLst>
                  <a:ext uri="{FF2B5EF4-FFF2-40B4-BE49-F238E27FC236}">
                    <a16:creationId xmlns:a16="http://schemas.microsoft.com/office/drawing/2014/main" id="{60881948-1246-E1E7-61E2-DEF62FB62239}"/>
                  </a:ext>
                </a:extLst>
              </p:cNvPr>
              <p:cNvCxnSpPr>
                <a:cxnSpLocks/>
                <a:endCxn id="19" idx="3"/>
              </p:cNvCxnSpPr>
              <p:nvPr/>
            </p:nvCxnSpPr>
            <p:spPr>
              <a:xfrm>
                <a:off x="4830233" y="2036234"/>
                <a:ext cx="0" cy="69638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直接箭头连接符 8">
                <a:extLst>
                  <a:ext uri="{FF2B5EF4-FFF2-40B4-BE49-F238E27FC236}">
                    <a16:creationId xmlns:a16="http://schemas.microsoft.com/office/drawing/2014/main" id="{B4974D3E-B9D5-B4D8-B946-3EF08C7F47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30233" y="2036234"/>
                <a:ext cx="694267" cy="211666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直接箭头连接符 14">
                <a:extLst>
                  <a:ext uri="{FF2B5EF4-FFF2-40B4-BE49-F238E27FC236}">
                    <a16:creationId xmlns:a16="http://schemas.microsoft.com/office/drawing/2014/main" id="{36E31615-DDFF-454D-F91E-2C05D89EC0C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30233" y="1958088"/>
                <a:ext cx="629749" cy="78146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006EA81B-C745-4EFE-A625-64EC868F539B}"/>
                  </a:ext>
                </a:extLst>
              </p:cNvPr>
              <p:cNvSpPr txBox="1"/>
              <p:nvPr/>
            </p:nvSpPr>
            <p:spPr>
              <a:xfrm>
                <a:off x="4552593" y="2609506"/>
                <a:ext cx="277640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endParaRPr lang="zh-CN" altLang="en-US" sz="1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DCD0ADB-19EB-333D-9685-2BE929DB9B93}"/>
                  </a:ext>
                </a:extLst>
              </p:cNvPr>
              <p:cNvSpPr txBox="1"/>
              <p:nvPr/>
            </p:nvSpPr>
            <p:spPr>
              <a:xfrm>
                <a:off x="5428138" y="1701112"/>
                <a:ext cx="277640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endParaRPr lang="zh-CN" altLang="en-US" sz="1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9646F7C4-FE98-48CD-CAFA-EEF52C6EA17E}"/>
                  </a:ext>
                </a:extLst>
              </p:cNvPr>
              <p:cNvSpPr txBox="1"/>
              <p:nvPr/>
            </p:nvSpPr>
            <p:spPr>
              <a:xfrm>
                <a:off x="5406909" y="2193554"/>
                <a:ext cx="277640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</a:t>
                </a:r>
                <a:endParaRPr lang="zh-CN" altLang="en-US" sz="1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D033DC2C-53B7-7569-0790-AE3DCB9E178B}"/>
                  </a:ext>
                </a:extLst>
              </p:cNvPr>
              <p:cNvSpPr txBox="1"/>
              <p:nvPr/>
            </p:nvSpPr>
            <p:spPr>
              <a:xfrm>
                <a:off x="4712726" y="1821418"/>
                <a:ext cx="277640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</a:p>
            </p:txBody>
          </p:sp>
          <p:cxnSp>
            <p:nvCxnSpPr>
              <p:cNvPr id="24" name="直接连接符 23">
                <a:extLst>
                  <a:ext uri="{FF2B5EF4-FFF2-40B4-BE49-F238E27FC236}">
                    <a16:creationId xmlns:a16="http://schemas.microsoft.com/office/drawing/2014/main" id="{150EA510-824A-07B5-6DB0-AA775A3B1D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6958" y="2067639"/>
                <a:ext cx="933668" cy="119564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stealth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30" name="直接连接符 29">
                <a:extLst>
                  <a:ext uri="{FF2B5EF4-FFF2-40B4-BE49-F238E27FC236}">
                    <a16:creationId xmlns:a16="http://schemas.microsoft.com/office/drawing/2014/main" id="{ECBE5D5A-63EE-5F84-B455-DAD95820265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59400" y="2444750"/>
                <a:ext cx="0" cy="866775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stealth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36" name="直接连接符 35">
                <a:extLst>
                  <a:ext uri="{FF2B5EF4-FFF2-40B4-BE49-F238E27FC236}">
                    <a16:creationId xmlns:a16="http://schemas.microsoft.com/office/drawing/2014/main" id="{39CBDAFA-DA8F-F22A-AAC0-A0D804B56D4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359397" y="1126067"/>
                <a:ext cx="3" cy="941572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stealth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37" name="直接连接符 36">
                <a:extLst>
                  <a:ext uri="{FF2B5EF4-FFF2-40B4-BE49-F238E27FC236}">
                    <a16:creationId xmlns:a16="http://schemas.microsoft.com/office/drawing/2014/main" id="{82A04C7F-95E6-94F0-8E2C-9A028AE511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07541" y="2249501"/>
                <a:ext cx="869825" cy="103689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stealth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A4246B47-0F84-88D5-4A15-8F5F2BC4572F}"/>
                  </a:ext>
                </a:extLst>
              </p:cNvPr>
              <p:cNvSpPr txBox="1"/>
              <p:nvPr/>
            </p:nvSpPr>
            <p:spPr>
              <a:xfrm>
                <a:off x="5050721" y="1227194"/>
                <a:ext cx="18473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zh-CN" altLang="en-US" sz="10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aphicFrame>
          <p:nvGraphicFramePr>
            <p:cNvPr id="47" name="对象 46">
              <a:extLst>
                <a:ext uri="{FF2B5EF4-FFF2-40B4-BE49-F238E27FC236}">
                  <a16:creationId xmlns:a16="http://schemas.microsoft.com/office/drawing/2014/main" id="{697C7D0E-4EF0-9968-E048-CEAF750DF95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26560986"/>
                </p:ext>
              </p:extLst>
            </p:nvPr>
          </p:nvGraphicFramePr>
          <p:xfrm>
            <a:off x="5177366" y="3122281"/>
            <a:ext cx="152400" cy="227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53185" imgH="227168" progId="Equation.DSMT4">
                    <p:embed/>
                  </p:oleObj>
                </mc:Choice>
                <mc:Fallback>
                  <p:oleObj name="Equation" r:id="rId3" imgW="153185" imgH="227168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5177366" y="3122281"/>
                          <a:ext cx="152400" cy="2270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" name="对象 47">
              <a:extLst>
                <a:ext uri="{FF2B5EF4-FFF2-40B4-BE49-F238E27FC236}">
                  <a16:creationId xmlns:a16="http://schemas.microsoft.com/office/drawing/2014/main" id="{1B878DE0-B312-36D7-FD00-281EEA27581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99178776"/>
                </p:ext>
              </p:extLst>
            </p:nvPr>
          </p:nvGraphicFramePr>
          <p:xfrm>
            <a:off x="6335526" y="1854914"/>
            <a:ext cx="165100" cy="2286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64880" imgH="228600" progId="Equation.DSMT4">
                    <p:embed/>
                  </p:oleObj>
                </mc:Choice>
                <mc:Fallback>
                  <p:oleObj name="Equation" r:id="rId5" imgW="164880" imgH="22860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6335526" y="1854914"/>
                          <a:ext cx="165100" cy="2286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9" name="对象 48">
              <a:extLst>
                <a:ext uri="{FF2B5EF4-FFF2-40B4-BE49-F238E27FC236}">
                  <a16:creationId xmlns:a16="http://schemas.microsoft.com/office/drawing/2014/main" id="{32E4E5FE-D811-C8D7-B07E-1ADC197D266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115794201"/>
                </p:ext>
              </p:extLst>
            </p:nvPr>
          </p:nvGraphicFramePr>
          <p:xfrm>
            <a:off x="5164138" y="1201738"/>
            <a:ext cx="165100" cy="2286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64880" imgH="228600" progId="Equation.DSMT4">
                    <p:embed/>
                  </p:oleObj>
                </mc:Choice>
                <mc:Fallback>
                  <p:oleObj name="Equation" r:id="rId7" imgW="164880" imgH="22860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5164138" y="1201738"/>
                          <a:ext cx="165100" cy="2286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0" name="对象 49">
              <a:extLst>
                <a:ext uri="{FF2B5EF4-FFF2-40B4-BE49-F238E27FC236}">
                  <a16:creationId xmlns:a16="http://schemas.microsoft.com/office/drawing/2014/main" id="{CB28F1CC-BD0D-E5D3-3E1D-0EDD9ABBE48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454490136"/>
                </p:ext>
              </p:extLst>
            </p:nvPr>
          </p:nvGraphicFramePr>
          <p:xfrm>
            <a:off x="4361889" y="2325475"/>
            <a:ext cx="165100" cy="2286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164880" imgH="228600" progId="Equation.DSMT4">
                    <p:embed/>
                  </p:oleObj>
                </mc:Choice>
                <mc:Fallback>
                  <p:oleObj name="Equation" r:id="rId9" imgW="164880" imgH="22860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4361889" y="2325475"/>
                          <a:ext cx="165100" cy="2286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124D22E-A079-A70E-84F7-CC9F7AD3A5F5}"/>
              </a:ext>
            </a:extLst>
          </p:cNvPr>
          <p:cNvCxnSpPr>
            <a:cxnSpLocks/>
          </p:cNvCxnSpPr>
          <p:nvPr/>
        </p:nvCxnSpPr>
        <p:spPr>
          <a:xfrm>
            <a:off x="5359399" y="2197958"/>
            <a:ext cx="607484" cy="191929"/>
          </a:xfrm>
          <a:prstGeom prst="line">
            <a:avLst/>
          </a:prstGeom>
          <a:ln w="12700" cap="flat" cmpd="sng" algn="ctr">
            <a:solidFill>
              <a:srgbClr val="2400FE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9AE2940-1163-2C70-D7E3-D2BC78506B4F}"/>
              </a:ext>
            </a:extLst>
          </p:cNvPr>
          <p:cNvCxnSpPr>
            <a:cxnSpLocks/>
          </p:cNvCxnSpPr>
          <p:nvPr/>
        </p:nvCxnSpPr>
        <p:spPr>
          <a:xfrm>
            <a:off x="5359399" y="2756772"/>
            <a:ext cx="607484" cy="191929"/>
          </a:xfrm>
          <a:prstGeom prst="line">
            <a:avLst/>
          </a:prstGeom>
          <a:ln w="12700" cap="flat" cmpd="sng" algn="ctr">
            <a:solidFill>
              <a:srgbClr val="2400FE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6B5E6DA-5151-79DC-0240-020666BFE915}"/>
              </a:ext>
            </a:extLst>
          </p:cNvPr>
          <p:cNvCxnSpPr>
            <a:cxnSpLocks/>
          </p:cNvCxnSpPr>
          <p:nvPr/>
        </p:nvCxnSpPr>
        <p:spPr>
          <a:xfrm flipV="1">
            <a:off x="5839883" y="2353190"/>
            <a:ext cx="0" cy="550877"/>
          </a:xfrm>
          <a:prstGeom prst="straightConnector1">
            <a:avLst/>
          </a:prstGeom>
          <a:ln>
            <a:solidFill>
              <a:srgbClr val="2400FE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0769EA70-1A50-B3B0-702D-7415AA8E9166}"/>
              </a:ext>
            </a:extLst>
          </p:cNvPr>
          <p:cNvSpPr txBox="1"/>
          <p:nvPr/>
        </p:nvSpPr>
        <p:spPr>
          <a:xfrm>
            <a:off x="5773519" y="2486395"/>
            <a:ext cx="2632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i="1" dirty="0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000" i="1" baseline="-25000" dirty="0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000" i="1" baseline="-25000" dirty="0">
              <a:solidFill>
                <a:srgbClr val="2400F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1A625A5D-490C-CBE0-7ABF-60B37228176C}"/>
              </a:ext>
            </a:extLst>
          </p:cNvPr>
          <p:cNvCxnSpPr>
            <a:cxnSpLocks/>
          </p:cNvCxnSpPr>
          <p:nvPr/>
        </p:nvCxnSpPr>
        <p:spPr>
          <a:xfrm flipH="1" flipV="1">
            <a:off x="4830233" y="2879170"/>
            <a:ext cx="529166" cy="196505"/>
          </a:xfrm>
          <a:prstGeom prst="straightConnector1">
            <a:avLst/>
          </a:prstGeom>
          <a:ln>
            <a:solidFill>
              <a:srgbClr val="2400FE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48CF91F1-4D30-4C71-84D9-DEAD0F18C5C5}"/>
              </a:ext>
            </a:extLst>
          </p:cNvPr>
          <p:cNvCxnSpPr>
            <a:cxnSpLocks/>
          </p:cNvCxnSpPr>
          <p:nvPr/>
        </p:nvCxnSpPr>
        <p:spPr>
          <a:xfrm>
            <a:off x="4832349" y="2638940"/>
            <a:ext cx="0" cy="305428"/>
          </a:xfrm>
          <a:prstGeom prst="line">
            <a:avLst/>
          </a:prstGeom>
          <a:ln w="12700" cap="flat" cmpd="sng" algn="ctr">
            <a:solidFill>
              <a:srgbClr val="2400FE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163293BE-8542-ABD6-4E38-AD8F18F5BD66}"/>
              </a:ext>
            </a:extLst>
          </p:cNvPr>
          <p:cNvCxnSpPr>
            <a:cxnSpLocks/>
          </p:cNvCxnSpPr>
          <p:nvPr/>
        </p:nvCxnSpPr>
        <p:spPr>
          <a:xfrm>
            <a:off x="5359399" y="2751123"/>
            <a:ext cx="0" cy="386491"/>
          </a:xfrm>
          <a:prstGeom prst="line">
            <a:avLst/>
          </a:prstGeom>
          <a:ln w="12700" cap="flat" cmpd="sng" algn="ctr">
            <a:solidFill>
              <a:srgbClr val="2400FE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2466B4D6-CDFA-14C2-F529-B9B8B6FCC014}"/>
              </a:ext>
            </a:extLst>
          </p:cNvPr>
          <p:cNvSpPr txBox="1"/>
          <p:nvPr/>
        </p:nvSpPr>
        <p:spPr>
          <a:xfrm>
            <a:off x="4965887" y="2770707"/>
            <a:ext cx="2632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i="1" dirty="0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000" i="1" baseline="-25000" dirty="0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000" i="1" baseline="-25000" dirty="0">
              <a:solidFill>
                <a:srgbClr val="2400F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D7C0E12A-87D5-C581-78A2-00931458D616}"/>
              </a:ext>
            </a:extLst>
          </p:cNvPr>
          <p:cNvSpPr txBox="1"/>
          <p:nvPr/>
        </p:nvSpPr>
        <p:spPr>
          <a:xfrm>
            <a:off x="5154403" y="2563984"/>
            <a:ext cx="2632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i="1" dirty="0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endParaRPr lang="zh-CN" altLang="en-US" sz="1000" i="1" dirty="0">
              <a:solidFill>
                <a:srgbClr val="2400F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22AEB842-5F5F-D13C-C057-4DF39650BCA8}"/>
              </a:ext>
            </a:extLst>
          </p:cNvPr>
          <p:cNvSpPr/>
          <p:nvPr/>
        </p:nvSpPr>
        <p:spPr>
          <a:xfrm>
            <a:off x="5336538" y="2734250"/>
            <a:ext cx="45719" cy="45719"/>
          </a:xfrm>
          <a:prstGeom prst="ellipse">
            <a:avLst/>
          </a:prstGeom>
          <a:solidFill>
            <a:srgbClr val="2400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2400FE"/>
              </a:solidFill>
            </a:endParaRPr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DEAB66FD-88BC-908D-E55B-D2011BCA9B99}"/>
              </a:ext>
            </a:extLst>
          </p:cNvPr>
          <p:cNvCxnSpPr>
            <a:cxnSpLocks/>
          </p:cNvCxnSpPr>
          <p:nvPr/>
        </p:nvCxnSpPr>
        <p:spPr>
          <a:xfrm flipV="1">
            <a:off x="5359682" y="2709591"/>
            <a:ext cx="413837" cy="46215"/>
          </a:xfrm>
          <a:prstGeom prst="straightConnector1">
            <a:avLst/>
          </a:prstGeom>
          <a:ln>
            <a:solidFill>
              <a:srgbClr val="05CD1D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42A3D3BB-73BF-7734-E258-961E01ACEC42}"/>
              </a:ext>
            </a:extLst>
          </p:cNvPr>
          <p:cNvSpPr txBox="1"/>
          <p:nvPr/>
        </p:nvSpPr>
        <p:spPr>
          <a:xfrm>
            <a:off x="5369467" y="2520983"/>
            <a:ext cx="3898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b="1" i="1" dirty="0">
                <a:solidFill>
                  <a:srgbClr val="05CD1D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</a:t>
            </a:r>
            <a:r>
              <a:rPr lang="en-US" altLang="zh-CN" sz="1000" i="1" baseline="-25000" dirty="0">
                <a:solidFill>
                  <a:srgbClr val="05CD1D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cv1</a:t>
            </a:r>
            <a:endParaRPr lang="zh-CN" altLang="en-US" sz="1000" dirty="0">
              <a:solidFill>
                <a:srgbClr val="05CD1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599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BAC7D7D-7AF0-A252-9D8C-78512A9FE7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099" y="90021"/>
            <a:ext cx="8249801" cy="6677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0445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组合 88">
            <a:extLst>
              <a:ext uri="{FF2B5EF4-FFF2-40B4-BE49-F238E27FC236}">
                <a16:creationId xmlns:a16="http://schemas.microsoft.com/office/drawing/2014/main" id="{7E086711-70FE-B6C2-A96B-464A7D0AFB6B}"/>
              </a:ext>
            </a:extLst>
          </p:cNvPr>
          <p:cNvGrpSpPr/>
          <p:nvPr/>
        </p:nvGrpSpPr>
        <p:grpSpPr>
          <a:xfrm>
            <a:off x="3986871" y="2692127"/>
            <a:ext cx="2733334" cy="1322079"/>
            <a:chOff x="2889591" y="401315"/>
            <a:chExt cx="2733334" cy="1322079"/>
          </a:xfrm>
        </p:grpSpPr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63350DDE-A70E-3660-BCC0-1DA40A82C94F}"/>
                </a:ext>
              </a:extLst>
            </p:cNvPr>
            <p:cNvCxnSpPr>
              <a:cxnSpLocks/>
            </p:cNvCxnSpPr>
            <p:nvPr/>
          </p:nvCxnSpPr>
          <p:spPr>
            <a:xfrm>
              <a:off x="2889591" y="1719161"/>
              <a:ext cx="716362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任意多边形: 形状 70">
              <a:extLst>
                <a:ext uri="{FF2B5EF4-FFF2-40B4-BE49-F238E27FC236}">
                  <a16:creationId xmlns:a16="http://schemas.microsoft.com/office/drawing/2014/main" id="{79CB24C9-8BFD-CBB2-1C5B-A857BEBB8E77}"/>
                </a:ext>
              </a:extLst>
            </p:cNvPr>
            <p:cNvSpPr/>
            <p:nvPr/>
          </p:nvSpPr>
          <p:spPr>
            <a:xfrm>
              <a:off x="3601720" y="1481101"/>
              <a:ext cx="1026160" cy="242293"/>
            </a:xfrm>
            <a:custGeom>
              <a:avLst/>
              <a:gdLst>
                <a:gd name="connsiteX0" fmla="*/ 0 w 1026160"/>
                <a:gd name="connsiteY0" fmla="*/ 235939 h 242293"/>
                <a:gd name="connsiteX1" fmla="*/ 284480 w 1026160"/>
                <a:gd name="connsiteY1" fmla="*/ 235939 h 242293"/>
                <a:gd name="connsiteX2" fmla="*/ 457200 w 1026160"/>
                <a:gd name="connsiteY2" fmla="*/ 169899 h 242293"/>
                <a:gd name="connsiteX3" fmla="*/ 629920 w 1026160"/>
                <a:gd name="connsiteY3" fmla="*/ 37819 h 242293"/>
                <a:gd name="connsiteX4" fmla="*/ 848360 w 1026160"/>
                <a:gd name="connsiteY4" fmla="*/ 2259 h 242293"/>
                <a:gd name="connsiteX5" fmla="*/ 1026160 w 1026160"/>
                <a:gd name="connsiteY5" fmla="*/ 88619 h 242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26160" h="242293">
                  <a:moveTo>
                    <a:pt x="0" y="235939"/>
                  </a:moveTo>
                  <a:cubicBezTo>
                    <a:pt x="104140" y="241442"/>
                    <a:pt x="208280" y="246946"/>
                    <a:pt x="284480" y="235939"/>
                  </a:cubicBezTo>
                  <a:cubicBezTo>
                    <a:pt x="360680" y="224932"/>
                    <a:pt x="399627" y="202919"/>
                    <a:pt x="457200" y="169899"/>
                  </a:cubicBezTo>
                  <a:cubicBezTo>
                    <a:pt x="514773" y="136879"/>
                    <a:pt x="564727" y="65759"/>
                    <a:pt x="629920" y="37819"/>
                  </a:cubicBezTo>
                  <a:cubicBezTo>
                    <a:pt x="695113" y="9879"/>
                    <a:pt x="782320" y="-6208"/>
                    <a:pt x="848360" y="2259"/>
                  </a:cubicBezTo>
                  <a:cubicBezTo>
                    <a:pt x="914400" y="10726"/>
                    <a:pt x="988907" y="68299"/>
                    <a:pt x="1026160" y="88619"/>
                  </a:cubicBez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F11F0A21-2C75-D61D-BDCB-2E63C8CB8C38}"/>
                </a:ext>
              </a:extLst>
            </p:cNvPr>
            <p:cNvCxnSpPr>
              <a:cxnSpLocks/>
            </p:cNvCxnSpPr>
            <p:nvPr/>
          </p:nvCxnSpPr>
          <p:spPr>
            <a:xfrm>
              <a:off x="2889591" y="1301726"/>
              <a:ext cx="1559041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接连接符 76">
              <a:extLst>
                <a:ext uri="{FF2B5EF4-FFF2-40B4-BE49-F238E27FC236}">
                  <a16:creationId xmlns:a16="http://schemas.microsoft.com/office/drawing/2014/main" id="{54829060-436A-2A37-08C6-A31A2CB5D213}"/>
                </a:ext>
              </a:extLst>
            </p:cNvPr>
            <p:cNvCxnSpPr>
              <a:cxnSpLocks/>
            </p:cNvCxnSpPr>
            <p:nvPr/>
          </p:nvCxnSpPr>
          <p:spPr>
            <a:xfrm>
              <a:off x="2889591" y="403124"/>
              <a:ext cx="154375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任意多边形: 形状 79">
              <a:extLst>
                <a:ext uri="{FF2B5EF4-FFF2-40B4-BE49-F238E27FC236}">
                  <a16:creationId xmlns:a16="http://schemas.microsoft.com/office/drawing/2014/main" id="{5FADE459-EA1E-92F2-3E20-82DABB050CEB}"/>
                </a:ext>
              </a:extLst>
            </p:cNvPr>
            <p:cNvSpPr/>
            <p:nvPr/>
          </p:nvSpPr>
          <p:spPr>
            <a:xfrm>
              <a:off x="4422775" y="401315"/>
              <a:ext cx="1200150" cy="294010"/>
            </a:xfrm>
            <a:custGeom>
              <a:avLst/>
              <a:gdLst>
                <a:gd name="connsiteX0" fmla="*/ 0 w 1200150"/>
                <a:gd name="connsiteY0" fmla="*/ 1910 h 294010"/>
                <a:gd name="connsiteX1" fmla="*/ 180975 w 1200150"/>
                <a:gd name="connsiteY1" fmla="*/ 1910 h 294010"/>
                <a:gd name="connsiteX2" fmla="*/ 593725 w 1200150"/>
                <a:gd name="connsiteY2" fmla="*/ 5085 h 294010"/>
                <a:gd name="connsiteX3" fmla="*/ 952500 w 1200150"/>
                <a:gd name="connsiteY3" fmla="*/ 59060 h 294010"/>
                <a:gd name="connsiteX4" fmla="*/ 1200150 w 1200150"/>
                <a:gd name="connsiteY4" fmla="*/ 294010 h 294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00150" h="294010">
                  <a:moveTo>
                    <a:pt x="0" y="1910"/>
                  </a:moveTo>
                  <a:lnTo>
                    <a:pt x="180975" y="1910"/>
                  </a:lnTo>
                  <a:cubicBezTo>
                    <a:pt x="279929" y="2439"/>
                    <a:pt x="465137" y="-4440"/>
                    <a:pt x="593725" y="5085"/>
                  </a:cubicBezTo>
                  <a:cubicBezTo>
                    <a:pt x="722313" y="14610"/>
                    <a:pt x="851429" y="10906"/>
                    <a:pt x="952500" y="59060"/>
                  </a:cubicBezTo>
                  <a:cubicBezTo>
                    <a:pt x="1053571" y="107214"/>
                    <a:pt x="1126860" y="200612"/>
                    <a:pt x="1200150" y="294010"/>
                  </a:cubicBez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A435FF98-5AEB-39DB-902D-2D1D43F4CBB6}"/>
                </a:ext>
              </a:extLst>
            </p:cNvPr>
            <p:cNvCxnSpPr>
              <a:cxnSpLocks/>
            </p:cNvCxnSpPr>
            <p:nvPr/>
          </p:nvCxnSpPr>
          <p:spPr>
            <a:xfrm>
              <a:off x="2889591" y="722921"/>
              <a:ext cx="1437934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任意多边形: 形状 84">
              <a:extLst>
                <a:ext uri="{FF2B5EF4-FFF2-40B4-BE49-F238E27FC236}">
                  <a16:creationId xmlns:a16="http://schemas.microsoft.com/office/drawing/2014/main" id="{9240BDCF-6151-5A4E-9F31-84BD6967CA59}"/>
                </a:ext>
              </a:extLst>
            </p:cNvPr>
            <p:cNvSpPr/>
            <p:nvPr/>
          </p:nvSpPr>
          <p:spPr>
            <a:xfrm>
              <a:off x="4314825" y="720872"/>
              <a:ext cx="936625" cy="251741"/>
            </a:xfrm>
            <a:custGeom>
              <a:avLst/>
              <a:gdLst>
                <a:gd name="connsiteX0" fmla="*/ 0 w 936625"/>
                <a:gd name="connsiteY0" fmla="*/ 916 h 251741"/>
                <a:gd name="connsiteX1" fmla="*/ 203200 w 936625"/>
                <a:gd name="connsiteY1" fmla="*/ 916 h 251741"/>
                <a:gd name="connsiteX2" fmla="*/ 438150 w 936625"/>
                <a:gd name="connsiteY2" fmla="*/ 10441 h 251741"/>
                <a:gd name="connsiteX3" fmla="*/ 698500 w 936625"/>
                <a:gd name="connsiteY3" fmla="*/ 83466 h 251741"/>
                <a:gd name="connsiteX4" fmla="*/ 936625 w 936625"/>
                <a:gd name="connsiteY4" fmla="*/ 251741 h 251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6625" h="251741">
                  <a:moveTo>
                    <a:pt x="0" y="916"/>
                  </a:moveTo>
                  <a:cubicBezTo>
                    <a:pt x="65087" y="122"/>
                    <a:pt x="130175" y="-671"/>
                    <a:pt x="203200" y="916"/>
                  </a:cubicBezTo>
                  <a:cubicBezTo>
                    <a:pt x="276225" y="2503"/>
                    <a:pt x="355600" y="-3317"/>
                    <a:pt x="438150" y="10441"/>
                  </a:cubicBezTo>
                  <a:cubicBezTo>
                    <a:pt x="520700" y="24199"/>
                    <a:pt x="615421" y="43249"/>
                    <a:pt x="698500" y="83466"/>
                  </a:cubicBezTo>
                  <a:cubicBezTo>
                    <a:pt x="781579" y="123683"/>
                    <a:pt x="859102" y="187712"/>
                    <a:pt x="936625" y="251741"/>
                  </a:cubicBez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" name="任意多边形: 形状 87">
              <a:extLst>
                <a:ext uri="{FF2B5EF4-FFF2-40B4-BE49-F238E27FC236}">
                  <a16:creationId xmlns:a16="http://schemas.microsoft.com/office/drawing/2014/main" id="{92FC4DDE-2C1D-577B-2691-D685A53C5839}"/>
                </a:ext>
              </a:extLst>
            </p:cNvPr>
            <p:cNvSpPr/>
            <p:nvPr/>
          </p:nvSpPr>
          <p:spPr>
            <a:xfrm>
              <a:off x="4441825" y="1301614"/>
              <a:ext cx="447675" cy="50936"/>
            </a:xfrm>
            <a:custGeom>
              <a:avLst/>
              <a:gdLst>
                <a:gd name="connsiteX0" fmla="*/ 0 w 447675"/>
                <a:gd name="connsiteY0" fmla="*/ 136 h 50936"/>
                <a:gd name="connsiteX1" fmla="*/ 180975 w 447675"/>
                <a:gd name="connsiteY1" fmla="*/ 3311 h 50936"/>
                <a:gd name="connsiteX2" fmla="*/ 365125 w 447675"/>
                <a:gd name="connsiteY2" fmla="*/ 22361 h 50936"/>
                <a:gd name="connsiteX3" fmla="*/ 447675 w 447675"/>
                <a:gd name="connsiteY3" fmla="*/ 50936 h 50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7675" h="50936">
                  <a:moveTo>
                    <a:pt x="0" y="136"/>
                  </a:moveTo>
                  <a:cubicBezTo>
                    <a:pt x="60060" y="-129"/>
                    <a:pt x="120121" y="-393"/>
                    <a:pt x="180975" y="3311"/>
                  </a:cubicBezTo>
                  <a:cubicBezTo>
                    <a:pt x="241829" y="7015"/>
                    <a:pt x="320675" y="14424"/>
                    <a:pt x="365125" y="22361"/>
                  </a:cubicBezTo>
                  <a:cubicBezTo>
                    <a:pt x="409575" y="30298"/>
                    <a:pt x="429683" y="46174"/>
                    <a:pt x="447675" y="50936"/>
                  </a:cubicBez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0" name="文本框 19">
            <a:extLst>
              <a:ext uri="{FF2B5EF4-FFF2-40B4-BE49-F238E27FC236}">
                <a16:creationId xmlns:a16="http://schemas.microsoft.com/office/drawing/2014/main" id="{3ACBB1F8-9983-A20C-3CAE-14A31F879676}"/>
              </a:ext>
            </a:extLst>
          </p:cNvPr>
          <p:cNvSpPr txBox="1"/>
          <p:nvPr/>
        </p:nvSpPr>
        <p:spPr>
          <a:xfrm>
            <a:off x="6869848" y="4186639"/>
            <a:ext cx="3893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000" i="1" baseline="-25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0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BFC841B-D4D9-73B9-64F9-E43D1C153411}"/>
              </a:ext>
            </a:extLst>
          </p:cNvPr>
          <p:cNvSpPr txBox="1"/>
          <p:nvPr/>
        </p:nvSpPr>
        <p:spPr>
          <a:xfrm>
            <a:off x="5863643" y="3158118"/>
            <a:ext cx="2632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endParaRPr lang="zh-CN" altLang="en-US" sz="1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8E44349C-B93F-6384-176F-E7AC1936B77E}"/>
              </a:ext>
            </a:extLst>
          </p:cNvPr>
          <p:cNvGrpSpPr/>
          <p:nvPr/>
        </p:nvGrpSpPr>
        <p:grpSpPr>
          <a:xfrm rot="-2100000">
            <a:off x="5247224" y="2431762"/>
            <a:ext cx="2139739" cy="2271320"/>
            <a:chOff x="4325896" y="85472"/>
            <a:chExt cx="2139739" cy="2271320"/>
          </a:xfrm>
        </p:grpSpPr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AEBCCBAC-DEE0-4643-93B9-6DA28F7C6098}"/>
                </a:ext>
              </a:extLst>
            </p:cNvPr>
            <p:cNvCxnSpPr>
              <a:cxnSpLocks/>
            </p:cNvCxnSpPr>
            <p:nvPr/>
          </p:nvCxnSpPr>
          <p:spPr>
            <a:xfrm>
              <a:off x="4469234" y="734995"/>
              <a:ext cx="1853063" cy="0"/>
            </a:xfrm>
            <a:prstGeom prst="line">
              <a:avLst/>
            </a:prstGeom>
            <a:ln w="9525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A197C887-9F8C-15C6-EC7B-32162863ADF9}"/>
                </a:ext>
              </a:extLst>
            </p:cNvPr>
            <p:cNvSpPr/>
            <p:nvPr/>
          </p:nvSpPr>
          <p:spPr>
            <a:xfrm>
              <a:off x="5357640" y="698995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BA94A2FD-7764-AF7C-30B2-CF90453826A5}"/>
                </a:ext>
              </a:extLst>
            </p:cNvPr>
            <p:cNvGrpSpPr/>
            <p:nvPr/>
          </p:nvGrpSpPr>
          <p:grpSpPr>
            <a:xfrm>
              <a:off x="4325896" y="905933"/>
              <a:ext cx="2139739" cy="1213082"/>
              <a:chOff x="3272958" y="1218968"/>
              <a:chExt cx="4279482" cy="2027152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71915799-2F09-3562-0F90-ECF8F40403E1}"/>
                  </a:ext>
                </a:extLst>
              </p:cNvPr>
              <p:cNvGrpSpPr/>
              <p:nvPr/>
            </p:nvGrpSpPr>
            <p:grpSpPr>
              <a:xfrm>
                <a:off x="3272958" y="1218968"/>
                <a:ext cx="4279482" cy="2027152"/>
                <a:chOff x="3128579" y="1401848"/>
                <a:chExt cx="4279482" cy="2027152"/>
              </a:xfrm>
            </p:grpSpPr>
            <p:pic>
              <p:nvPicPr>
                <p:cNvPr id="5" name="图片 4">
                  <a:extLst>
                    <a:ext uri="{FF2B5EF4-FFF2-40B4-BE49-F238E27FC236}">
                      <a16:creationId xmlns:a16="http://schemas.microsoft.com/office/drawing/2014/main" id="{E73336F1-8012-4906-3E7A-C2BC2D0586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86996"/>
                <a:stretch/>
              </p:blipFill>
              <p:spPr>
                <a:xfrm>
                  <a:off x="6949440" y="1401848"/>
                  <a:ext cx="458621" cy="2027152"/>
                </a:xfrm>
                <a:prstGeom prst="rect">
                  <a:avLst/>
                </a:prstGeom>
              </p:spPr>
            </p:pic>
            <p:pic>
              <p:nvPicPr>
                <p:cNvPr id="7" name="图片 6">
                  <a:extLst>
                    <a:ext uri="{FF2B5EF4-FFF2-40B4-BE49-F238E27FC236}">
                      <a16:creationId xmlns:a16="http://schemas.microsoft.com/office/drawing/2014/main" id="{85CFEF2D-D1E5-4C09-676D-D2B2E048A2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86996"/>
                <a:stretch/>
              </p:blipFill>
              <p:spPr>
                <a:xfrm flipH="1">
                  <a:off x="3128579" y="1401848"/>
                  <a:ext cx="458620" cy="2027152"/>
                </a:xfrm>
                <a:prstGeom prst="rect">
                  <a:avLst/>
                </a:prstGeom>
              </p:spPr>
            </p:pic>
          </p:grpSp>
          <p:pic>
            <p:nvPicPr>
              <p:cNvPr id="9" name="图片 8">
                <a:extLst>
                  <a:ext uri="{FF2B5EF4-FFF2-40B4-BE49-F238E27FC236}">
                    <a16:creationId xmlns:a16="http://schemas.microsoft.com/office/drawing/2014/main" id="{D241887D-B9FD-9B99-DED0-3054BDC008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40316" y="1713754"/>
                <a:ext cx="3344765" cy="369045"/>
              </a:xfrm>
              <a:prstGeom prst="rect">
                <a:avLst/>
              </a:prstGeom>
            </p:spPr>
          </p:pic>
        </p:grp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F4ADC767-C326-B9F2-B4CB-D11ADF247267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 flipH="1" flipV="1">
              <a:off x="5393640" y="698995"/>
              <a:ext cx="2126" cy="1657797"/>
            </a:xfrm>
            <a:prstGeom prst="line">
              <a:avLst/>
            </a:prstGeom>
            <a:ln w="9525">
              <a:solidFill>
                <a:srgbClr val="FF0000"/>
              </a:solidFill>
              <a:prstDash val="solid"/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A9CF41D6-E146-15FF-D815-519AA00F4F6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56342" y="85472"/>
              <a:ext cx="0" cy="648000"/>
            </a:xfrm>
            <a:prstGeom prst="straightConnector1">
              <a:avLst/>
            </a:prstGeom>
            <a:ln w="12700">
              <a:solidFill>
                <a:srgbClr val="05CD1D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文本框 41">
            <a:extLst>
              <a:ext uri="{FF2B5EF4-FFF2-40B4-BE49-F238E27FC236}">
                <a16:creationId xmlns:a16="http://schemas.microsoft.com/office/drawing/2014/main" id="{27F8BA0B-DE78-0992-8A48-3E16318CE825}"/>
              </a:ext>
            </a:extLst>
          </p:cNvPr>
          <p:cNvSpPr txBox="1"/>
          <p:nvPr/>
        </p:nvSpPr>
        <p:spPr>
          <a:xfrm>
            <a:off x="5251665" y="2722118"/>
            <a:ext cx="3370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i="1" dirty="0" err="1">
                <a:solidFill>
                  <a:srgbClr val="05CD1D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T</a:t>
            </a:r>
            <a:r>
              <a:rPr lang="en-US" altLang="zh-CN" sz="1000" i="1" baseline="-25000" dirty="0" err="1">
                <a:solidFill>
                  <a:srgbClr val="05CD1D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df</a:t>
            </a:r>
            <a:endParaRPr lang="zh-CN" altLang="en-US" sz="1000" dirty="0">
              <a:solidFill>
                <a:srgbClr val="05CD1D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6478710-DAB1-487C-FAD7-A01F19A3A24C}"/>
              </a:ext>
            </a:extLst>
          </p:cNvPr>
          <p:cNvSpPr txBox="1"/>
          <p:nvPr/>
        </p:nvSpPr>
        <p:spPr>
          <a:xfrm>
            <a:off x="6672816" y="2987906"/>
            <a:ext cx="3370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i="1" dirty="0" err="1">
                <a:solidFill>
                  <a:srgbClr val="05CD1D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N</a:t>
            </a:r>
            <a:r>
              <a:rPr lang="en-US" altLang="zh-CN" sz="1000" i="1" baseline="-25000" dirty="0" err="1">
                <a:solidFill>
                  <a:srgbClr val="05CD1D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df</a:t>
            </a:r>
            <a:endParaRPr lang="zh-CN" altLang="en-US" sz="1000" dirty="0">
              <a:solidFill>
                <a:srgbClr val="05CD1D"/>
              </a:solidFill>
            </a:endParaRPr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09EA6428-2A01-FF39-A1BE-0B97653D214B}"/>
              </a:ext>
            </a:extLst>
          </p:cNvPr>
          <p:cNvCxnSpPr>
            <a:cxnSpLocks/>
          </p:cNvCxnSpPr>
          <p:nvPr/>
        </p:nvCxnSpPr>
        <p:spPr>
          <a:xfrm rot="-2100000" flipV="1">
            <a:off x="6169094" y="3264082"/>
            <a:ext cx="630000" cy="285"/>
          </a:xfrm>
          <a:prstGeom prst="straightConnector1">
            <a:avLst/>
          </a:prstGeom>
          <a:ln w="12700">
            <a:solidFill>
              <a:srgbClr val="05CD1D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66CDE6E0-50C5-4CD9-21CB-6EB691E7E18A}"/>
              </a:ext>
            </a:extLst>
          </p:cNvPr>
          <p:cNvGrpSpPr/>
          <p:nvPr/>
        </p:nvGrpSpPr>
        <p:grpSpPr>
          <a:xfrm rot="-2100000">
            <a:off x="6097671" y="3723351"/>
            <a:ext cx="1168400" cy="700039"/>
            <a:chOff x="7186216" y="997405"/>
            <a:chExt cx="1168400" cy="700039"/>
          </a:xfrm>
        </p:grpSpPr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496D4653-1C47-0A30-CC55-BF39D9FA1EFD}"/>
                </a:ext>
              </a:extLst>
            </p:cNvPr>
            <p:cNvCxnSpPr>
              <a:cxnSpLocks/>
            </p:cNvCxnSpPr>
            <p:nvPr/>
          </p:nvCxnSpPr>
          <p:spPr>
            <a:xfrm>
              <a:off x="7186216" y="997405"/>
              <a:ext cx="0" cy="70003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6F02A824-33B6-2982-1DA1-4DBCD37546F2}"/>
                </a:ext>
              </a:extLst>
            </p:cNvPr>
            <p:cNvCxnSpPr>
              <a:cxnSpLocks/>
            </p:cNvCxnSpPr>
            <p:nvPr/>
          </p:nvCxnSpPr>
          <p:spPr>
            <a:xfrm>
              <a:off x="7575683" y="997405"/>
              <a:ext cx="0" cy="70003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15AEE980-B70C-0A71-7B3D-56196511C877}"/>
                </a:ext>
              </a:extLst>
            </p:cNvPr>
            <p:cNvCxnSpPr>
              <a:cxnSpLocks/>
            </p:cNvCxnSpPr>
            <p:nvPr/>
          </p:nvCxnSpPr>
          <p:spPr>
            <a:xfrm>
              <a:off x="7965150" y="997405"/>
              <a:ext cx="0" cy="70003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BABCEA74-6F67-AC8E-4461-F384CCFC67D3}"/>
                </a:ext>
              </a:extLst>
            </p:cNvPr>
            <p:cNvCxnSpPr>
              <a:cxnSpLocks/>
            </p:cNvCxnSpPr>
            <p:nvPr/>
          </p:nvCxnSpPr>
          <p:spPr>
            <a:xfrm>
              <a:off x="8354616" y="997405"/>
              <a:ext cx="0" cy="70003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FA153650-692C-6FA1-4BC4-C1464CAF5379}"/>
              </a:ext>
            </a:extLst>
          </p:cNvPr>
          <p:cNvCxnSpPr>
            <a:cxnSpLocks/>
          </p:cNvCxnSpPr>
          <p:nvPr/>
        </p:nvCxnSpPr>
        <p:spPr>
          <a:xfrm rot="-2100000" flipV="1">
            <a:off x="5753726" y="2216038"/>
            <a:ext cx="0" cy="1100508"/>
          </a:xfrm>
          <a:prstGeom prst="line">
            <a:avLst/>
          </a:prstGeom>
          <a:ln w="9525">
            <a:solidFill>
              <a:srgbClr val="FF0000"/>
            </a:solidFill>
            <a:prstDash val="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弧形 95">
            <a:extLst>
              <a:ext uri="{FF2B5EF4-FFF2-40B4-BE49-F238E27FC236}">
                <a16:creationId xmlns:a16="http://schemas.microsoft.com/office/drawing/2014/main" id="{A3840D3F-5209-0098-D9F2-049E1795CC67}"/>
              </a:ext>
            </a:extLst>
          </p:cNvPr>
          <p:cNvSpPr/>
          <p:nvPr/>
        </p:nvSpPr>
        <p:spPr>
          <a:xfrm>
            <a:off x="5448620" y="2482259"/>
            <a:ext cx="531596" cy="426630"/>
          </a:xfrm>
          <a:prstGeom prst="arc">
            <a:avLst>
              <a:gd name="adj1" fmla="val 10837131"/>
              <a:gd name="adj2" fmla="val 14007386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98" name="对象 97">
            <a:extLst>
              <a:ext uri="{FF2B5EF4-FFF2-40B4-BE49-F238E27FC236}">
                <a16:creationId xmlns:a16="http://schemas.microsoft.com/office/drawing/2014/main" id="{4567BB0C-E68E-7129-45DC-BC63C5F5C2B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0884654"/>
              </p:ext>
            </p:extLst>
          </p:nvPr>
        </p:nvGraphicFramePr>
        <p:xfrm>
          <a:off x="5259918" y="2428221"/>
          <a:ext cx="230187" cy="239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29958" imgH="240128" progId="Equation.DSMT4">
                  <p:embed/>
                </p:oleObj>
              </mc:Choice>
              <mc:Fallback>
                <p:oleObj name="Equation" r:id="rId4" imgW="229958" imgH="240128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259918" y="2428221"/>
                        <a:ext cx="230187" cy="2397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1" name="文本框 100">
            <a:extLst>
              <a:ext uri="{FF2B5EF4-FFF2-40B4-BE49-F238E27FC236}">
                <a16:creationId xmlns:a16="http://schemas.microsoft.com/office/drawing/2014/main" id="{36C9004D-4E2E-778B-115F-05D8D4E7FA72}"/>
              </a:ext>
            </a:extLst>
          </p:cNvPr>
          <p:cNvSpPr txBox="1"/>
          <p:nvPr/>
        </p:nvSpPr>
        <p:spPr>
          <a:xfrm>
            <a:off x="5949124" y="3407577"/>
            <a:ext cx="2680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i="1" dirty="0" err="1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000" i="1" baseline="-25000" dirty="0" err="1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000" i="1" baseline="-25000" dirty="0">
              <a:solidFill>
                <a:srgbClr val="2400F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1879966B-18E8-FBF2-688A-92FAB9F7D10F}"/>
              </a:ext>
            </a:extLst>
          </p:cNvPr>
          <p:cNvCxnSpPr>
            <a:cxnSpLocks/>
          </p:cNvCxnSpPr>
          <p:nvPr/>
        </p:nvCxnSpPr>
        <p:spPr>
          <a:xfrm rot="-2100000" flipH="1">
            <a:off x="5884417" y="3635413"/>
            <a:ext cx="432000" cy="0"/>
          </a:xfrm>
          <a:prstGeom prst="straightConnector1">
            <a:avLst/>
          </a:prstGeom>
          <a:ln>
            <a:solidFill>
              <a:srgbClr val="2400FE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3DA1B468-B555-422B-A6E1-DB5CDE8F17DE}"/>
              </a:ext>
            </a:extLst>
          </p:cNvPr>
          <p:cNvSpPr txBox="1"/>
          <p:nvPr/>
        </p:nvSpPr>
        <p:spPr>
          <a:xfrm>
            <a:off x="6644656" y="2634858"/>
            <a:ext cx="6312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000" i="1" baseline="-25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1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US" altLang="zh-CN" sz="1000" i="1" baseline="-25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1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000" i="1" baseline="-25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000" i="1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49E18F81-4D94-20E5-0E67-860CEFF9B592}"/>
              </a:ext>
            </a:extLst>
          </p:cNvPr>
          <p:cNvCxnSpPr>
            <a:cxnSpLocks/>
          </p:cNvCxnSpPr>
          <p:nvPr/>
        </p:nvCxnSpPr>
        <p:spPr>
          <a:xfrm>
            <a:off x="4981301" y="4820057"/>
            <a:ext cx="252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715BC8CD-3002-65D0-FADB-326E61DC0BAC}"/>
              </a:ext>
            </a:extLst>
          </p:cNvPr>
          <p:cNvCxnSpPr>
            <a:cxnSpLocks/>
          </p:cNvCxnSpPr>
          <p:nvPr/>
        </p:nvCxnSpPr>
        <p:spPr>
          <a:xfrm flipH="1">
            <a:off x="4952442" y="3169202"/>
            <a:ext cx="1080000" cy="0"/>
          </a:xfrm>
          <a:prstGeom prst="straightConnector1">
            <a:avLst/>
          </a:prstGeom>
          <a:ln w="9525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10281FBA-A3AA-4984-292F-9714FE7B03DB}"/>
              </a:ext>
            </a:extLst>
          </p:cNvPr>
          <p:cNvCxnSpPr>
            <a:cxnSpLocks/>
          </p:cNvCxnSpPr>
          <p:nvPr/>
        </p:nvCxnSpPr>
        <p:spPr>
          <a:xfrm rot="-2100000" flipV="1">
            <a:off x="5139287" y="3115081"/>
            <a:ext cx="0" cy="612000"/>
          </a:xfrm>
          <a:prstGeom prst="straightConnector1">
            <a:avLst/>
          </a:prstGeom>
          <a:ln w="9525">
            <a:solidFill>
              <a:schemeClr val="tx1"/>
            </a:solidFill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接箭头连接符 119">
            <a:extLst>
              <a:ext uri="{FF2B5EF4-FFF2-40B4-BE49-F238E27FC236}">
                <a16:creationId xmlns:a16="http://schemas.microsoft.com/office/drawing/2014/main" id="{F821F296-78AD-103D-A347-C25EFB93AB46}"/>
              </a:ext>
            </a:extLst>
          </p:cNvPr>
          <p:cNvCxnSpPr>
            <a:cxnSpLocks/>
          </p:cNvCxnSpPr>
          <p:nvPr/>
        </p:nvCxnSpPr>
        <p:spPr>
          <a:xfrm rot="-2100000" flipH="1">
            <a:off x="5232646" y="3425177"/>
            <a:ext cx="885600" cy="0"/>
          </a:xfrm>
          <a:prstGeom prst="straightConnector1">
            <a:avLst/>
          </a:prstGeom>
          <a:ln w="9525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1" name="对象 120">
            <a:extLst>
              <a:ext uri="{FF2B5EF4-FFF2-40B4-BE49-F238E27FC236}">
                <a16:creationId xmlns:a16="http://schemas.microsoft.com/office/drawing/2014/main" id="{14950AEC-0EDA-877C-9DC3-820FC89DB9B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92300113"/>
              </p:ext>
            </p:extLst>
          </p:nvPr>
        </p:nvGraphicFramePr>
        <p:xfrm>
          <a:off x="4824448" y="3069927"/>
          <a:ext cx="166687" cy="231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6222" imgH="231128" progId="Equation.DSMT4">
                  <p:embed/>
                </p:oleObj>
              </mc:Choice>
              <mc:Fallback>
                <p:oleObj name="Equation" r:id="rId6" imgW="166222" imgH="231128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4824448" y="3069927"/>
                        <a:ext cx="166687" cy="231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>
            <a:extLst>
              <a:ext uri="{FF2B5EF4-FFF2-40B4-BE49-F238E27FC236}">
                <a16:creationId xmlns:a16="http://schemas.microsoft.com/office/drawing/2014/main" id="{64DE59D0-48F0-361A-BBC8-0F0E6D52934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3343918"/>
              </p:ext>
            </p:extLst>
          </p:nvPr>
        </p:nvGraphicFramePr>
        <p:xfrm>
          <a:off x="5122435" y="3589221"/>
          <a:ext cx="166687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66222" imgH="241208" progId="Equation.DSMT4">
                  <p:embed/>
                </p:oleObj>
              </mc:Choice>
              <mc:Fallback>
                <p:oleObj name="Equation" r:id="rId8" imgW="166222" imgH="241208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122435" y="3589221"/>
                        <a:ext cx="166687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" name="椭圆 122">
            <a:extLst>
              <a:ext uri="{FF2B5EF4-FFF2-40B4-BE49-F238E27FC236}">
                <a16:creationId xmlns:a16="http://schemas.microsoft.com/office/drawing/2014/main" id="{6CD4587B-C35D-9CE4-702B-EDE694617638}"/>
              </a:ext>
            </a:extLst>
          </p:cNvPr>
          <p:cNvSpPr/>
          <p:nvPr/>
        </p:nvSpPr>
        <p:spPr>
          <a:xfrm>
            <a:off x="6203030" y="3418302"/>
            <a:ext cx="54000" cy="54000"/>
          </a:xfrm>
          <a:prstGeom prst="ellipse">
            <a:avLst/>
          </a:prstGeom>
          <a:solidFill>
            <a:srgbClr val="05CD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336C2F99-B208-6B14-4E94-78C911323623}"/>
              </a:ext>
            </a:extLst>
          </p:cNvPr>
          <p:cNvSpPr/>
          <p:nvPr/>
        </p:nvSpPr>
        <p:spPr>
          <a:xfrm>
            <a:off x="5650225" y="3394408"/>
            <a:ext cx="54000" cy="54000"/>
          </a:xfrm>
          <a:prstGeom prst="ellipse">
            <a:avLst/>
          </a:prstGeom>
          <a:solidFill>
            <a:srgbClr val="05CD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DA723FA5-DD2C-4692-93FF-FA5049E71DF8}"/>
              </a:ext>
            </a:extLst>
          </p:cNvPr>
          <p:cNvCxnSpPr>
            <a:cxnSpLocks/>
          </p:cNvCxnSpPr>
          <p:nvPr/>
        </p:nvCxnSpPr>
        <p:spPr>
          <a:xfrm rot="-2100000">
            <a:off x="5842602" y="3395141"/>
            <a:ext cx="0" cy="527050"/>
          </a:xfrm>
          <a:prstGeom prst="line">
            <a:avLst/>
          </a:prstGeom>
          <a:ln>
            <a:solidFill>
              <a:srgbClr val="2400F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C00F949-B83A-BBA3-CE3A-FB581D27D019}"/>
              </a:ext>
            </a:extLst>
          </p:cNvPr>
          <p:cNvSpPr txBox="1"/>
          <p:nvPr/>
        </p:nvSpPr>
        <p:spPr>
          <a:xfrm>
            <a:off x="1275801" y="6000701"/>
            <a:ext cx="8427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需要在幻灯片放映模式按照</a:t>
            </a:r>
            <a:r>
              <a:rPr lang="en-US" altLang="zh-CN" dirty="0"/>
              <a:t>200%</a:t>
            </a:r>
            <a:r>
              <a:rPr lang="zh-CN" altLang="en-US" dirty="0"/>
              <a:t>放映，再截图，最后插入图片时用</a:t>
            </a:r>
            <a:r>
              <a:rPr lang="en-US" altLang="zh-CN" dirty="0"/>
              <a:t>[scale=0.3]</a:t>
            </a:r>
            <a:r>
              <a:rPr lang="zh-CN" altLang="en-US" dirty="0"/>
              <a:t>插入</a:t>
            </a:r>
          </a:p>
        </p:txBody>
      </p:sp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CBF6567C-A91C-B725-2686-8303DDF2CF91}"/>
              </a:ext>
            </a:extLst>
          </p:cNvPr>
          <p:cNvCxnSpPr>
            <a:cxnSpLocks/>
          </p:cNvCxnSpPr>
          <p:nvPr/>
        </p:nvCxnSpPr>
        <p:spPr>
          <a:xfrm flipH="1" flipV="1">
            <a:off x="6415130" y="2902666"/>
            <a:ext cx="192087" cy="277288"/>
          </a:xfrm>
          <a:prstGeom prst="straightConnector1">
            <a:avLst/>
          </a:prstGeom>
          <a:ln>
            <a:solidFill>
              <a:srgbClr val="2400FE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97557BAC-4ACE-C419-339B-36A42FA8D409}"/>
              </a:ext>
            </a:extLst>
          </p:cNvPr>
          <p:cNvSpPr txBox="1"/>
          <p:nvPr/>
        </p:nvSpPr>
        <p:spPr>
          <a:xfrm>
            <a:off x="6304487" y="2932181"/>
            <a:ext cx="27764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i="1" dirty="0" err="1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000" i="1" baseline="-25000" dirty="0" err="1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zh-CN" altLang="en-US" sz="1000" i="1" baseline="-25000" dirty="0">
              <a:solidFill>
                <a:srgbClr val="2400F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788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12896AE5-DB7C-4BE3-F84B-5F7960828323}"/>
              </a:ext>
            </a:extLst>
          </p:cNvPr>
          <p:cNvGrpSpPr/>
          <p:nvPr/>
        </p:nvGrpSpPr>
        <p:grpSpPr>
          <a:xfrm>
            <a:off x="1575759" y="570424"/>
            <a:ext cx="9194212" cy="5486400"/>
            <a:chOff x="1537257" y="685799"/>
            <a:chExt cx="9194212" cy="5486400"/>
          </a:xfrm>
        </p:grpSpPr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2623E34F-5107-608E-EA3A-14682FBC7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09" r="11980"/>
            <a:stretch/>
          </p:blipFill>
          <p:spPr>
            <a:xfrm>
              <a:off x="1537257" y="685799"/>
              <a:ext cx="9194212" cy="5486400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44F23D16-05F9-1F4C-B5FC-1789B50139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250" t="24537" r="38750" b="54722"/>
            <a:stretch/>
          </p:blipFill>
          <p:spPr>
            <a:xfrm>
              <a:off x="6370320" y="2023534"/>
              <a:ext cx="1097280" cy="1137920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4DD741E4-A930-4C86-BC84-327A364374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0" t="15463" r="59000" b="65092"/>
            <a:stretch/>
          </p:blipFill>
          <p:spPr>
            <a:xfrm>
              <a:off x="3896360" y="1529080"/>
              <a:ext cx="1097280" cy="1066800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711D794A-BBC4-A2BB-A1F7-902DD442811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583" t="16945" r="68749" b="63612"/>
            <a:stretch/>
          </p:blipFill>
          <p:spPr>
            <a:xfrm>
              <a:off x="2636520" y="1591734"/>
              <a:ext cx="1178560" cy="1066800"/>
            </a:xfrm>
            <a:prstGeom prst="rect">
              <a:avLst/>
            </a:prstGeom>
          </p:spPr>
        </p:pic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B34E2749-0844-7E16-AE6E-14C5FF8509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917" t="26389" r="27500" b="52870"/>
            <a:stretch/>
          </p:blipFill>
          <p:spPr>
            <a:xfrm>
              <a:off x="7557346" y="2116668"/>
              <a:ext cx="1290320" cy="11379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104405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6903</TotalTime>
  <Words>127</Words>
  <Application>Microsoft Office PowerPoint</Application>
  <PresentationFormat>宽屏</PresentationFormat>
  <Paragraphs>36</Paragraphs>
  <Slides>6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3" baseType="lpstr">
      <vt:lpstr>等线</vt:lpstr>
      <vt:lpstr>等线 Light</vt:lpstr>
      <vt:lpstr>宋体</vt:lpstr>
      <vt:lpstr>Arial</vt:lpstr>
      <vt:lpstr>Times New Roman</vt:lpstr>
      <vt:lpstr>Office 主题​​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启权 崔</dc:creator>
  <cp:lastModifiedBy>启权 崔</cp:lastModifiedBy>
  <cp:revision>8</cp:revision>
  <dcterms:created xsi:type="dcterms:W3CDTF">2025-05-21T05:33:49Z</dcterms:created>
  <dcterms:modified xsi:type="dcterms:W3CDTF">2026-03-06T17:48:05Z</dcterms:modified>
</cp:coreProperties>
</file>