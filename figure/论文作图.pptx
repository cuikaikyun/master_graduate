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9" r:id="rId5"/>
    <p:sldId id="260" r:id="rId6"/>
    <p:sldId id="262" r:id="rId7"/>
    <p:sldId id="263" r:id="rId8"/>
    <p:sldId id="264" r:id="rId9"/>
    <p:sldId id="265" r:id="rId10"/>
    <p:sldId id="258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CD1D"/>
    <a:srgbClr val="2400FE"/>
    <a:srgbClr val="8C71FF"/>
    <a:srgbClr val="7AF686"/>
    <a:srgbClr val="2400B6"/>
    <a:srgbClr val="FF7171"/>
    <a:srgbClr val="FD8A73"/>
    <a:srgbClr val="A6A6C9"/>
    <a:srgbClr val="AD43EF"/>
    <a:srgbClr val="D423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8" autoAdjust="0"/>
    <p:restoredTop sz="93826" autoAdjust="0"/>
  </p:normalViewPr>
  <p:slideViewPr>
    <p:cSldViewPr snapToGrid="0">
      <p:cViewPr>
        <p:scale>
          <a:sx n="200" d="100"/>
          <a:sy n="200" d="100"/>
        </p:scale>
        <p:origin x="-7192" y="-36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5FF8DF-FAD2-67AB-58A3-BAE89D9A6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9E8C3BF-835E-181F-12CD-2B96E00A8D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FB7A4B-1F87-8359-ACE1-572DEB6A5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624EFD-C0AD-29DC-676B-F65967B2E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5FE910-CDE2-1C4F-929B-931668029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233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5598A7-28AB-6DFE-498E-A3E1BA8E2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9CBE12-58F2-F5C1-5A05-A6F842725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AC96EE-47C0-032F-7323-EC75D820A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E4C0F2-D990-1F01-0A52-FCC95F8B4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EE9635-5A46-4CA7-5A61-6849400D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6067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F452CC-174A-D5BC-B80B-4E92AE067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AB5E99-414D-DD20-A29C-24B75F9F7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93081D-D84A-BBE4-C595-512830BD5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4669AF-5AD3-3C09-920C-2061A9745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AC9BA6-0655-E6BC-4A77-9954F80EC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2332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87120C-DD56-6E5C-F45D-F809AF8AE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00D8C87-9623-6C93-12FD-F87E135444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3B682EC-0A40-7C64-84F0-28B0E621D2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3F245D6-167A-4B30-5494-81ABC9C6A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C384628-B129-CC69-FB87-9FB1C15C7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2BBD38-C013-AD87-A2D9-C9F7BDB8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2891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12DEC0-7A09-0E9A-07C9-D5D5968DA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D6BFCB8-5559-5753-3405-DD496D557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F7EF0DA-520E-8F0C-0F2B-134B44131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81912AA-A844-5B87-0BBD-ABC0B5D0A3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410A5F7-6946-C1F6-E7B6-B1BB5ADDDE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A0BF696-9028-33C1-BFDB-0EBB21F00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68784A6-8AA9-F11A-A429-CFC088A75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4F0973D-C3F1-513C-4956-CC8FB436A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101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E8FF2-B1B8-A7F4-D7EA-D9DB3D7AD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9993A9F-5088-0FB3-2297-A23BBCA89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56B5B93-73E5-372E-9E07-BC80485D0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B73CD84-B3BF-4903-D0B4-8308A712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4602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C6419A5-ADF9-5A06-6019-867B5F435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64B5653-E16E-D032-CCB5-4DDFCBA1A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ED80CB-91A3-AEE6-7BA7-BA2E87364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1877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8D6AFA-9E34-8658-489E-0F975B601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DE66A71-78C6-4F3A-9B73-E11126A42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7A200C4-1F71-A274-5D25-ED1FE1C67A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E1B45A9-5627-54FB-85FD-1D8084C54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4E9AF6E-C18F-B613-0615-08E4E8473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075C75-C138-82AD-7BBD-69560EEAD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2448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B98E74-542C-405A-C3F8-69C7BCB62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84294B6-FD90-FDC6-FEB0-C7274F97BD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70AAA9D-3F43-CC46-0706-439A1FBCE8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83C691D-411E-F319-00A0-6DF599BBA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FABFDE5-748F-34BE-18C3-F8FCF84B7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940F12B-9E85-4C7A-D3B0-792417C51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213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9C0A38-850C-EE29-CA49-81039F1D3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3F459C-C577-F154-3067-75B3442AF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18C812-C737-5912-7031-5C9E8E519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48D1B-4A66-AEC9-F7BF-AE27337F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088EEA-894F-3562-C036-78DE1996F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0971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CA3EDF1-1190-1B6D-5B1A-CB0E28DAF9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0E1BC72-ADA2-DA40-D0C9-B142D17F18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39371A-6EE0-C98B-0698-FB910BE83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EA6793E-2826-2AF2-47E6-6318DB39D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BA540A-4EC8-B8E4-D56C-1FC326368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6677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E52E588-31E1-DC12-E459-60FCD2C5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6D582E-05E9-86AE-E04A-2816ECEB5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153E5-A389-6F05-A57E-8A5BD551E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A1C0C-849E-4F19-A4E2-7141EE991EC3}" type="datetimeFigureOut">
              <a:rPr lang="zh-CN" altLang="en-US" smtClean="0"/>
              <a:t>2026/3/10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5E8038-19E7-0E64-A360-CEAEE0E252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EA2766-F92C-7973-12F6-B80F6F448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81143-15B0-414F-B766-2A4EFF48A5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1081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7.wmf"/><Relationship Id="rId4" Type="http://schemas.openxmlformats.org/officeDocument/2006/relationships/image" Target="../media/image4.emf"/><Relationship Id="rId9" Type="http://schemas.openxmlformats.org/officeDocument/2006/relationships/oleObject" Target="../embeddings/oleObject4.bin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image" Target="../media/image10.png"/><Relationship Id="rId7" Type="http://schemas.openxmlformats.org/officeDocument/2006/relationships/image" Target="../media/image12.e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11.e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1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g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组合 41">
            <a:extLst>
              <a:ext uri="{FF2B5EF4-FFF2-40B4-BE49-F238E27FC236}">
                <a16:creationId xmlns:a16="http://schemas.microsoft.com/office/drawing/2014/main" id="{F8CC3C6E-5E61-51A8-01C1-32F60A24EF5D}"/>
              </a:ext>
            </a:extLst>
          </p:cNvPr>
          <p:cNvGrpSpPr/>
          <p:nvPr/>
        </p:nvGrpSpPr>
        <p:grpSpPr>
          <a:xfrm>
            <a:off x="4832758" y="1890978"/>
            <a:ext cx="2146383" cy="2266875"/>
            <a:chOff x="4832758" y="1890978"/>
            <a:chExt cx="2146383" cy="2266875"/>
          </a:xfrm>
        </p:grpSpPr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79693711-2062-0107-3F6B-112B9109AB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6800"/>
                      </a14:imgEffect>
                      <a14:imgEffect>
                        <a14:saturation sat="7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763" t="14841" r="19209" b="2466"/>
            <a:stretch>
              <a:fillRect/>
            </a:stretch>
          </p:blipFill>
          <p:spPr>
            <a:xfrm>
              <a:off x="4832758" y="2057451"/>
              <a:ext cx="2146383" cy="2100402"/>
            </a:xfrm>
            <a:prstGeom prst="rect">
              <a:avLst/>
            </a:prstGeom>
            <a:solidFill>
              <a:schemeClr val="bg1"/>
            </a:solidFill>
          </p:spPr>
        </p:pic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E47AE85C-DB1E-4A80-5B36-5F905DD23532}"/>
                </a:ext>
              </a:extLst>
            </p:cNvPr>
            <p:cNvGrpSpPr/>
            <p:nvPr/>
          </p:nvGrpSpPr>
          <p:grpSpPr>
            <a:xfrm>
              <a:off x="5303607" y="1890978"/>
              <a:ext cx="774935" cy="1332381"/>
              <a:chOff x="5303607" y="1890978"/>
              <a:chExt cx="774935" cy="1332381"/>
            </a:xfrm>
          </p:grpSpPr>
          <p:cxnSp>
            <p:nvCxnSpPr>
              <p:cNvPr id="6" name="直接箭头连接符 5">
                <a:extLst>
                  <a:ext uri="{FF2B5EF4-FFF2-40B4-BE49-F238E27FC236}">
                    <a16:creationId xmlns:a16="http://schemas.microsoft.com/office/drawing/2014/main" id="{84EE0A12-8F22-0873-F7C1-BDB767EEFD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1308" y="2477829"/>
                <a:ext cx="369843" cy="579057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A5F3B29A-8FDD-6AE1-EF70-0B977DAD71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89455" y="2099496"/>
                <a:ext cx="531933" cy="386569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980110D6-84B2-30CE-8D9C-6C3C429D43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5806" y="2479946"/>
                <a:ext cx="282686" cy="245867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86EF5544-19C8-8E23-B850-A1FD4D65E512}"/>
                  </a:ext>
                </a:extLst>
              </p:cNvPr>
              <p:cNvSpPr txBox="1"/>
              <p:nvPr/>
            </p:nvSpPr>
            <p:spPr>
              <a:xfrm>
                <a:off x="5733356" y="1890978"/>
                <a:ext cx="345186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zh-CN" sz="1000" i="1" baseline="-25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EF7F388-0E5F-BBB9-887C-FAF83BA9437B}"/>
                  </a:ext>
                </a:extLst>
              </p:cNvPr>
              <p:cNvSpPr txBox="1"/>
              <p:nvPr/>
            </p:nvSpPr>
            <p:spPr>
              <a:xfrm>
                <a:off x="5702782" y="2602702"/>
                <a:ext cx="35137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BA4906D1-DBC6-5C32-1FB8-CEA5DB0FCE08}"/>
                  </a:ext>
                </a:extLst>
              </p:cNvPr>
              <p:cNvSpPr txBox="1"/>
              <p:nvPr/>
            </p:nvSpPr>
            <p:spPr>
              <a:xfrm>
                <a:off x="5653108" y="2977138"/>
                <a:ext cx="31781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r>
                  <a:rPr lang="en-US" altLang="zh-CN" sz="1000" i="1" baseline="-25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E4252335-7AA0-B8C0-EF3D-4EE735AEFDCC}"/>
                  </a:ext>
                </a:extLst>
              </p:cNvPr>
              <p:cNvSpPr txBox="1"/>
              <p:nvPr/>
            </p:nvSpPr>
            <p:spPr>
              <a:xfrm>
                <a:off x="5303607" y="2437492"/>
                <a:ext cx="371696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F3808FC-4E6D-7B2D-D1F8-3EDF170867C0}"/>
              </a:ext>
            </a:extLst>
          </p:cNvPr>
          <p:cNvGrpSpPr/>
          <p:nvPr/>
        </p:nvGrpSpPr>
        <p:grpSpPr>
          <a:xfrm>
            <a:off x="6738166" y="3107652"/>
            <a:ext cx="1325971" cy="1296422"/>
            <a:chOff x="7220429" y="3458175"/>
            <a:chExt cx="1325971" cy="1296422"/>
          </a:xfrm>
        </p:grpSpPr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E29B8063-E3CF-C414-6306-8C58C3DF9A00}"/>
                </a:ext>
              </a:extLst>
            </p:cNvPr>
            <p:cNvSpPr txBox="1"/>
            <p:nvPr/>
          </p:nvSpPr>
          <p:spPr>
            <a:xfrm>
              <a:off x="7661574" y="4508376"/>
              <a:ext cx="3398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en-US" altLang="zh-CN" sz="10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zh-CN" altLang="en-US" sz="10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6A1B77E3-5FA5-E119-C11C-47BF678DE4EF}"/>
                </a:ext>
              </a:extLst>
            </p:cNvPr>
            <p:cNvGrpSpPr/>
            <p:nvPr/>
          </p:nvGrpSpPr>
          <p:grpSpPr>
            <a:xfrm>
              <a:off x="7220429" y="3458175"/>
              <a:ext cx="1325971" cy="1050201"/>
              <a:chOff x="7220429" y="3458175"/>
              <a:chExt cx="1325971" cy="1050201"/>
            </a:xfrm>
          </p:grpSpPr>
          <p:cxnSp>
            <p:nvCxnSpPr>
              <p:cNvPr id="5" name="直接箭头连接符 4">
                <a:extLst>
                  <a:ext uri="{FF2B5EF4-FFF2-40B4-BE49-F238E27FC236}">
                    <a16:creationId xmlns:a16="http://schemas.microsoft.com/office/drawing/2014/main" id="{13B0ECFC-6226-6C7C-BD7A-578490105D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23018" y="3681695"/>
                <a:ext cx="658672" cy="80826"/>
              </a:xfrm>
              <a:prstGeom prst="straightConnector1">
                <a:avLst/>
              </a:prstGeom>
              <a:ln w="9525"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390C035-09E3-035A-E0C5-604974510260}"/>
                  </a:ext>
                </a:extLst>
              </p:cNvPr>
              <p:cNvSpPr txBox="1"/>
              <p:nvPr/>
            </p:nvSpPr>
            <p:spPr>
              <a:xfrm>
                <a:off x="7220429" y="3988355"/>
                <a:ext cx="33981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zh-CN" sz="1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zh-CN" altLang="en-US" sz="10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D87C9058-0766-44E4-64DB-1FBF7637034E}"/>
                  </a:ext>
                </a:extLst>
              </p:cNvPr>
              <p:cNvGrpSpPr/>
              <p:nvPr/>
            </p:nvGrpSpPr>
            <p:grpSpPr>
              <a:xfrm>
                <a:off x="7326007" y="3458175"/>
                <a:ext cx="1220393" cy="1050201"/>
                <a:chOff x="7326007" y="3458175"/>
                <a:chExt cx="1220393" cy="1050201"/>
              </a:xfrm>
            </p:grpSpPr>
            <p:cxnSp>
              <p:nvCxnSpPr>
                <p:cNvPr id="3" name="直接箭头连接符 2">
                  <a:extLst>
                    <a:ext uri="{FF2B5EF4-FFF2-40B4-BE49-F238E27FC236}">
                      <a16:creationId xmlns:a16="http://schemas.microsoft.com/office/drawing/2014/main" id="{70231D4E-984E-9022-BBB6-0DA7379ADD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627781" y="3681695"/>
                  <a:ext cx="0" cy="826681"/>
                </a:xfrm>
                <a:prstGeom prst="straightConnector1">
                  <a:avLst/>
                </a:prstGeom>
                <a:ln w="9525">
                  <a:headEnd type="none" w="med" len="med"/>
                  <a:tailEnd type="arrow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直接箭头连接符 9">
                  <a:extLst>
                    <a:ext uri="{FF2B5EF4-FFF2-40B4-BE49-F238E27FC236}">
                      <a16:creationId xmlns:a16="http://schemas.microsoft.com/office/drawing/2014/main" id="{40621A41-E88D-D7B1-499F-73613ADB9D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326007" y="3681695"/>
                  <a:ext cx="301774" cy="321348"/>
                </a:xfrm>
                <a:prstGeom prst="straightConnector1">
                  <a:avLst/>
                </a:prstGeom>
                <a:ln w="9525">
                  <a:headEnd type="none" w="med" len="med"/>
                  <a:tailEnd type="arrow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5C8B6016-45B3-3534-389B-AC012E1BBDFA}"/>
                    </a:ext>
                  </a:extLst>
                </p:cNvPr>
                <p:cNvSpPr txBox="1"/>
                <p:nvPr/>
              </p:nvSpPr>
              <p:spPr>
                <a:xfrm>
                  <a:off x="7525459" y="3458175"/>
                  <a:ext cx="33981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</a:t>
                  </a:r>
                  <a:r>
                    <a:rPr lang="en-US" altLang="zh-CN" sz="1000" i="1" baseline="-25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</a:t>
                  </a:r>
                  <a:endParaRPr lang="zh-CN" altLang="en-US" sz="10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676123E0-B3B5-DFDB-FA57-7B7025050A19}"/>
                    </a:ext>
                  </a:extLst>
                </p:cNvPr>
                <p:cNvSpPr txBox="1"/>
                <p:nvPr/>
              </p:nvSpPr>
              <p:spPr>
                <a:xfrm>
                  <a:off x="7865272" y="3805011"/>
                  <a:ext cx="681128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X</a:t>
                  </a:r>
                  <a:r>
                    <a:rPr lang="en-US" altLang="zh-CN" sz="1000" i="1" baseline="-25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</a:t>
                  </a:r>
                  <a:r>
                    <a:rPr lang="en-US" altLang="zh-CN" sz="10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(North)</a:t>
                  </a:r>
                  <a:endParaRPr lang="zh-CN" altLang="en-US" sz="1000" i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</p:grpSp>
      <p:sp>
        <p:nvSpPr>
          <p:cNvPr id="62" name="文本框 61">
            <a:extLst>
              <a:ext uri="{FF2B5EF4-FFF2-40B4-BE49-F238E27FC236}">
                <a16:creationId xmlns:a16="http://schemas.microsoft.com/office/drawing/2014/main" id="{DDAC0B76-AFF6-D608-1DDC-1F981F56A31B}"/>
              </a:ext>
            </a:extLst>
          </p:cNvPr>
          <p:cNvSpPr txBox="1"/>
          <p:nvPr/>
        </p:nvSpPr>
        <p:spPr>
          <a:xfrm>
            <a:off x="1275801" y="6000701"/>
            <a:ext cx="842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需要在幻灯片放映模式按照</a:t>
            </a:r>
            <a:r>
              <a:rPr lang="en-US" altLang="zh-CN" dirty="0"/>
              <a:t>200%</a:t>
            </a:r>
            <a:r>
              <a:rPr lang="zh-CN" altLang="en-US" dirty="0"/>
              <a:t>放映，再截图，最后插入图片时用</a:t>
            </a:r>
            <a:r>
              <a:rPr lang="en-US" altLang="zh-CN" dirty="0"/>
              <a:t>[scale=0.3]</a:t>
            </a:r>
            <a:r>
              <a:rPr lang="zh-CN" altLang="en-US" dirty="0"/>
              <a:t>插入</a:t>
            </a:r>
          </a:p>
        </p:txBody>
      </p:sp>
    </p:spTree>
    <p:extLst>
      <p:ext uri="{BB962C8B-B14F-4D97-AF65-F5344CB8AC3E}">
        <p14:creationId xmlns:p14="http://schemas.microsoft.com/office/powerpoint/2010/main" val="181011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CCA180E-C6FE-26A1-9783-DE1F0B910E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21843" y="1071880"/>
            <a:ext cx="5548312" cy="38100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680FA60-6931-4EA8-095B-9DB1F6DC2DA2}"/>
              </a:ext>
            </a:extLst>
          </p:cNvPr>
          <p:cNvSpPr txBox="1"/>
          <p:nvPr/>
        </p:nvSpPr>
        <p:spPr>
          <a:xfrm>
            <a:off x="7839256" y="3305889"/>
            <a:ext cx="5693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涵道壁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E60BA16-8821-AC6A-BB4F-943D7F88C630}"/>
              </a:ext>
            </a:extLst>
          </p:cNvPr>
          <p:cNvSpPr txBox="1"/>
          <p:nvPr/>
        </p:nvSpPr>
        <p:spPr>
          <a:xfrm>
            <a:off x="7711016" y="2587228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涵道风扇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51526F2-113E-AC82-AD78-9E501972A35A}"/>
              </a:ext>
            </a:extLst>
          </p:cNvPr>
          <p:cNvSpPr txBox="1"/>
          <p:nvPr/>
        </p:nvSpPr>
        <p:spPr>
          <a:xfrm>
            <a:off x="7582776" y="4352686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舵机驱动板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DAFCCA-DE8B-3C6E-D8C1-14FF902A7417}"/>
              </a:ext>
            </a:extLst>
          </p:cNvPr>
          <p:cNvSpPr txBox="1"/>
          <p:nvPr/>
        </p:nvSpPr>
        <p:spPr>
          <a:xfrm>
            <a:off x="7967497" y="3946602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舵机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682F23-BB91-8A3A-A239-B65498E8526E}"/>
              </a:ext>
            </a:extLst>
          </p:cNvPr>
          <p:cNvSpPr txBox="1"/>
          <p:nvPr/>
        </p:nvSpPr>
        <p:spPr>
          <a:xfrm>
            <a:off x="3783359" y="4352686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控制舵面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487759F-A00C-753E-45A4-E242302E3003}"/>
              </a:ext>
            </a:extLst>
          </p:cNvPr>
          <p:cNvSpPr txBox="1"/>
          <p:nvPr/>
        </p:nvSpPr>
        <p:spPr>
          <a:xfrm>
            <a:off x="7967497" y="2061371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电机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6403C0-663D-A50F-A4F6-A5FEAD9FD4E8}"/>
              </a:ext>
            </a:extLst>
          </p:cNvPr>
          <p:cNvSpPr txBox="1"/>
          <p:nvPr/>
        </p:nvSpPr>
        <p:spPr>
          <a:xfrm>
            <a:off x="3783358" y="2713439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电池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18E1416-0D9E-B9A6-3667-1448C9CDAA5D}"/>
              </a:ext>
            </a:extLst>
          </p:cNvPr>
          <p:cNvSpPr txBox="1"/>
          <p:nvPr/>
        </p:nvSpPr>
        <p:spPr>
          <a:xfrm>
            <a:off x="3783359" y="2163526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飞行控制板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A34F45F-258A-1C35-C96B-1D148DC283A3}"/>
              </a:ext>
            </a:extLst>
          </p:cNvPr>
          <p:cNvSpPr txBox="1"/>
          <p:nvPr/>
        </p:nvSpPr>
        <p:spPr>
          <a:xfrm>
            <a:off x="3783358" y="1754214"/>
            <a:ext cx="13388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飞行控制板仓室外壳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F481A02-AC23-C4DD-B9A8-34C073659D02}"/>
              </a:ext>
            </a:extLst>
          </p:cNvPr>
          <p:cNvSpPr txBox="1"/>
          <p:nvPr/>
        </p:nvSpPr>
        <p:spPr>
          <a:xfrm>
            <a:off x="3783358" y="3424002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反扭距襟翼</a:t>
            </a: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C22202F-B80C-720D-97D4-58C4EC08495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5122186" y="1877325"/>
            <a:ext cx="573764" cy="28620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9B267D8-F074-1BC0-3AA6-D62DE87F5B63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4609226" y="2184918"/>
            <a:ext cx="1300507" cy="10171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114539FD-5EE8-9227-7F7F-D57A3E1335A8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4224504" y="2526332"/>
            <a:ext cx="1431229" cy="3102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83B53ED-3CB3-8409-F62F-BA14594A81DF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4609225" y="3547113"/>
            <a:ext cx="8814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897ABDEB-920E-67BA-FB3E-0E5F875BA191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480986" y="4192823"/>
            <a:ext cx="979440" cy="2829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A8CDB34-DEB6-C9BC-BAF2-E3DA0C9F0F29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6308725" y="4305300"/>
            <a:ext cx="1274051" cy="1704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2D218BD-36ED-5429-5B96-A637F97BFEA4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6308725" y="3946602"/>
            <a:ext cx="1658772" cy="1231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A39157E3-10A8-C3D7-AE5D-B597281F779A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7264400" y="3429000"/>
            <a:ext cx="5748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1507B0CE-CCDB-DF3B-C128-3C10A2275005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6536269" y="2710339"/>
            <a:ext cx="1174747" cy="3573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5C8A98D0-D848-3E1B-EA8D-DC31A9F5C78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6308725" y="2184482"/>
            <a:ext cx="1658772" cy="72691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FAE7DA4A-7BBA-A89E-A16E-CF1CA5A1C0DA}"/>
              </a:ext>
            </a:extLst>
          </p:cNvPr>
          <p:cNvSpPr txBox="1"/>
          <p:nvPr/>
        </p:nvSpPr>
        <p:spPr>
          <a:xfrm>
            <a:off x="1275801" y="6000701"/>
            <a:ext cx="854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需要在幻灯片放映模式按照</a:t>
            </a:r>
            <a:r>
              <a:rPr lang="en-US" altLang="zh-CN" dirty="0"/>
              <a:t>200%</a:t>
            </a:r>
            <a:r>
              <a:rPr lang="zh-CN" altLang="en-US" dirty="0"/>
              <a:t>放映，再截图，最后插入图片时用</a:t>
            </a:r>
            <a:r>
              <a:rPr lang="en-US" altLang="zh-CN" dirty="0"/>
              <a:t>[scale=0.25]</a:t>
            </a:r>
            <a:r>
              <a:rPr lang="zh-CN" altLang="en-US" dirty="0"/>
              <a:t>插入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B731CB24-4FC2-7065-206C-CF523D723D6B}"/>
              </a:ext>
            </a:extLst>
          </p:cNvPr>
          <p:cNvCxnSpPr>
            <a:cxnSpLocks/>
          </p:cNvCxnSpPr>
          <p:nvPr/>
        </p:nvCxnSpPr>
        <p:spPr>
          <a:xfrm flipH="1" flipV="1">
            <a:off x="6139758" y="1665817"/>
            <a:ext cx="64641" cy="3062816"/>
          </a:xfrm>
          <a:prstGeom prst="line">
            <a:avLst/>
          </a:prstGeom>
          <a:ln w="9525">
            <a:solidFill>
              <a:srgbClr val="FF0000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0F67B234-9AAC-CDA1-7D12-F62432CEDE80}"/>
              </a:ext>
            </a:extLst>
          </p:cNvPr>
          <p:cNvSpPr txBox="1"/>
          <p:nvPr/>
        </p:nvSpPr>
        <p:spPr>
          <a:xfrm>
            <a:off x="6180242" y="4559035"/>
            <a:ext cx="5693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机体轴</a:t>
            </a:r>
          </a:p>
        </p:txBody>
      </p:sp>
    </p:spTree>
    <p:extLst>
      <p:ext uri="{BB962C8B-B14F-4D97-AF65-F5344CB8AC3E}">
        <p14:creationId xmlns:p14="http://schemas.microsoft.com/office/powerpoint/2010/main" val="3438737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5BC8E188-0098-417A-ECD3-3CC20B9DC7D1}"/>
              </a:ext>
            </a:extLst>
          </p:cNvPr>
          <p:cNvGrpSpPr/>
          <p:nvPr/>
        </p:nvGrpSpPr>
        <p:grpSpPr>
          <a:xfrm>
            <a:off x="4044469" y="999497"/>
            <a:ext cx="2520000" cy="2429503"/>
            <a:chOff x="4044469" y="999497"/>
            <a:chExt cx="2520000" cy="2429503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B8BDB6D8-BE5E-2459-2FFE-78BF55C8C673}"/>
                </a:ext>
              </a:extLst>
            </p:cNvPr>
            <p:cNvGrpSpPr/>
            <p:nvPr/>
          </p:nvGrpSpPr>
          <p:grpSpPr>
            <a:xfrm>
              <a:off x="4044469" y="999497"/>
              <a:ext cx="2520000" cy="2429503"/>
              <a:chOff x="4044469" y="999497"/>
              <a:chExt cx="2520000" cy="2429503"/>
            </a:xfrm>
          </p:grpSpPr>
          <p:pic>
            <p:nvPicPr>
              <p:cNvPr id="4" name="图片 3">
                <a:extLst>
                  <a:ext uri="{FF2B5EF4-FFF2-40B4-BE49-F238E27FC236}">
                    <a16:creationId xmlns:a16="http://schemas.microsoft.com/office/drawing/2014/main" id="{3C850316-CEBE-F224-6BCB-13345A3353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44469" y="999497"/>
                <a:ext cx="2520000" cy="2429503"/>
              </a:xfrm>
              <a:prstGeom prst="rect">
                <a:avLst/>
              </a:prstGeom>
            </p:spPr>
          </p:pic>
          <p:cxnSp>
            <p:nvCxnSpPr>
              <p:cNvPr id="5" name="直接箭头连接符 4">
                <a:extLst>
                  <a:ext uri="{FF2B5EF4-FFF2-40B4-BE49-F238E27FC236}">
                    <a16:creationId xmlns:a16="http://schemas.microsoft.com/office/drawing/2014/main" id="{60881948-1246-E1E7-61E2-DEF62FB62239}"/>
                  </a:ext>
                </a:extLst>
              </p:cNvPr>
              <p:cNvCxnSpPr>
                <a:cxnSpLocks/>
                <a:endCxn id="19" idx="3"/>
              </p:cNvCxnSpPr>
              <p:nvPr/>
            </p:nvCxnSpPr>
            <p:spPr>
              <a:xfrm>
                <a:off x="4830233" y="2036234"/>
                <a:ext cx="0" cy="69638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直接箭头连接符 8">
                <a:extLst>
                  <a:ext uri="{FF2B5EF4-FFF2-40B4-BE49-F238E27FC236}">
                    <a16:creationId xmlns:a16="http://schemas.microsoft.com/office/drawing/2014/main" id="{B4974D3E-B9D5-B4D8-B946-3EF08C7F47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30233" y="2036234"/>
                <a:ext cx="694267" cy="211666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直接箭头连接符 14">
                <a:extLst>
                  <a:ext uri="{FF2B5EF4-FFF2-40B4-BE49-F238E27FC236}">
                    <a16:creationId xmlns:a16="http://schemas.microsoft.com/office/drawing/2014/main" id="{36E31615-DDFF-454D-F91E-2C05D89EC0C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30233" y="1958088"/>
                <a:ext cx="629749" cy="78146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06EA81B-C745-4EFE-A625-64EC868F539B}"/>
                  </a:ext>
                </a:extLst>
              </p:cNvPr>
              <p:cNvSpPr txBox="1"/>
              <p:nvPr/>
            </p:nvSpPr>
            <p:spPr>
              <a:xfrm>
                <a:off x="4552593" y="2609506"/>
                <a:ext cx="27764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endParaRPr lang="zh-CN" altLang="en-US" sz="1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DCD0ADB-19EB-333D-9685-2BE929DB9B93}"/>
                  </a:ext>
                </a:extLst>
              </p:cNvPr>
              <p:cNvSpPr txBox="1"/>
              <p:nvPr/>
            </p:nvSpPr>
            <p:spPr>
              <a:xfrm>
                <a:off x="5428138" y="1701112"/>
                <a:ext cx="27764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endParaRPr lang="zh-CN" altLang="en-US" sz="1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9646F7C4-FE98-48CD-CAFA-EEF52C6EA17E}"/>
                  </a:ext>
                </a:extLst>
              </p:cNvPr>
              <p:cNvSpPr txBox="1"/>
              <p:nvPr/>
            </p:nvSpPr>
            <p:spPr>
              <a:xfrm>
                <a:off x="5406909" y="2193554"/>
                <a:ext cx="27764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endParaRPr lang="zh-CN" altLang="en-US" sz="1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D033DC2C-53B7-7569-0790-AE3DCB9E178B}"/>
                  </a:ext>
                </a:extLst>
              </p:cNvPr>
              <p:cNvSpPr txBox="1"/>
              <p:nvPr/>
            </p:nvSpPr>
            <p:spPr>
              <a:xfrm>
                <a:off x="4712726" y="1821418"/>
                <a:ext cx="277640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</a:p>
            </p:txBody>
          </p:sp>
          <p:cxnSp>
            <p:nvCxnSpPr>
              <p:cNvPr id="24" name="直接连接符 23">
                <a:extLst>
                  <a:ext uri="{FF2B5EF4-FFF2-40B4-BE49-F238E27FC236}">
                    <a16:creationId xmlns:a16="http://schemas.microsoft.com/office/drawing/2014/main" id="{150EA510-824A-07B5-6DB0-AA775A3B1D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566958" y="2067639"/>
                <a:ext cx="933668" cy="119564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stealth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30" name="直接连接符 29">
                <a:extLst>
                  <a:ext uri="{FF2B5EF4-FFF2-40B4-BE49-F238E27FC236}">
                    <a16:creationId xmlns:a16="http://schemas.microsoft.com/office/drawing/2014/main" id="{ECBE5D5A-63EE-5F84-B455-DAD9582026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59400" y="2444750"/>
                <a:ext cx="0" cy="866775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stealth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36" name="直接连接符 35">
                <a:extLst>
                  <a:ext uri="{FF2B5EF4-FFF2-40B4-BE49-F238E27FC236}">
                    <a16:creationId xmlns:a16="http://schemas.microsoft.com/office/drawing/2014/main" id="{39CBDAFA-DA8F-F22A-AAC0-A0D804B56D4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359397" y="1126067"/>
                <a:ext cx="3" cy="941572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stealth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37" name="直接连接符 36">
                <a:extLst>
                  <a:ext uri="{FF2B5EF4-FFF2-40B4-BE49-F238E27FC236}">
                    <a16:creationId xmlns:a16="http://schemas.microsoft.com/office/drawing/2014/main" id="{82A04C7F-95E6-94F0-8E2C-9A028AE511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07541" y="2249501"/>
                <a:ext cx="869825" cy="103689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stealth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A4246B47-0F84-88D5-4A15-8F5F2BC4572F}"/>
                  </a:ext>
                </a:extLst>
              </p:cNvPr>
              <p:cNvSpPr txBox="1"/>
              <p:nvPr/>
            </p:nvSpPr>
            <p:spPr>
              <a:xfrm>
                <a:off x="5050721" y="1227194"/>
                <a:ext cx="18473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zh-CN" altLang="en-US" sz="10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aphicFrame>
          <p:nvGraphicFramePr>
            <p:cNvPr id="47" name="对象 46">
              <a:extLst>
                <a:ext uri="{FF2B5EF4-FFF2-40B4-BE49-F238E27FC236}">
                  <a16:creationId xmlns:a16="http://schemas.microsoft.com/office/drawing/2014/main" id="{697C7D0E-4EF0-9968-E048-CEAF750DF95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26560986"/>
                </p:ext>
              </p:extLst>
            </p:nvPr>
          </p:nvGraphicFramePr>
          <p:xfrm>
            <a:off x="5177366" y="3122281"/>
            <a:ext cx="152400" cy="227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53185" imgH="227168" progId="Equation.DSMT4">
                    <p:embed/>
                  </p:oleObj>
                </mc:Choice>
                <mc:Fallback>
                  <p:oleObj name="Equation" r:id="rId3" imgW="153185" imgH="227168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5177366" y="3122281"/>
                          <a:ext cx="152400" cy="2270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" name="对象 47">
              <a:extLst>
                <a:ext uri="{FF2B5EF4-FFF2-40B4-BE49-F238E27FC236}">
                  <a16:creationId xmlns:a16="http://schemas.microsoft.com/office/drawing/2014/main" id="{1B878DE0-B312-36D7-FD00-281EEA27581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599178776"/>
                </p:ext>
              </p:extLst>
            </p:nvPr>
          </p:nvGraphicFramePr>
          <p:xfrm>
            <a:off x="6335526" y="1854914"/>
            <a:ext cx="165100" cy="2286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64880" imgH="228600" progId="Equation.DSMT4">
                    <p:embed/>
                  </p:oleObj>
                </mc:Choice>
                <mc:Fallback>
                  <p:oleObj name="Equation" r:id="rId5" imgW="16488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6335526" y="1854914"/>
                          <a:ext cx="165100" cy="2286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9" name="对象 48">
              <a:extLst>
                <a:ext uri="{FF2B5EF4-FFF2-40B4-BE49-F238E27FC236}">
                  <a16:creationId xmlns:a16="http://schemas.microsoft.com/office/drawing/2014/main" id="{32E4E5FE-D811-C8D7-B07E-1ADC197D266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15794201"/>
                </p:ext>
              </p:extLst>
            </p:nvPr>
          </p:nvGraphicFramePr>
          <p:xfrm>
            <a:off x="5164138" y="1201738"/>
            <a:ext cx="165100" cy="2286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64880" imgH="228600" progId="Equation.DSMT4">
                    <p:embed/>
                  </p:oleObj>
                </mc:Choice>
                <mc:Fallback>
                  <p:oleObj name="Equation" r:id="rId7" imgW="16488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8"/>
                        <a:stretch>
                          <a:fillRect/>
                        </a:stretch>
                      </p:blipFill>
                      <p:spPr>
                        <a:xfrm>
                          <a:off x="5164138" y="1201738"/>
                          <a:ext cx="165100" cy="2286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0" name="对象 49">
              <a:extLst>
                <a:ext uri="{FF2B5EF4-FFF2-40B4-BE49-F238E27FC236}">
                  <a16:creationId xmlns:a16="http://schemas.microsoft.com/office/drawing/2014/main" id="{CB28F1CC-BD0D-E5D3-3E1D-0EDD9ABBE48D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54490136"/>
                </p:ext>
              </p:extLst>
            </p:nvPr>
          </p:nvGraphicFramePr>
          <p:xfrm>
            <a:off x="4361889" y="2325475"/>
            <a:ext cx="165100" cy="2286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64880" imgH="228600" progId="Equation.DSMT4">
                    <p:embed/>
                  </p:oleObj>
                </mc:Choice>
                <mc:Fallback>
                  <p:oleObj name="Equation" r:id="rId9" imgW="16488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0"/>
                        <a:stretch>
                          <a:fillRect/>
                        </a:stretch>
                      </p:blipFill>
                      <p:spPr>
                        <a:xfrm>
                          <a:off x="4361889" y="2325475"/>
                          <a:ext cx="165100" cy="2286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124D22E-A079-A70E-84F7-CC9F7AD3A5F5}"/>
              </a:ext>
            </a:extLst>
          </p:cNvPr>
          <p:cNvCxnSpPr>
            <a:cxnSpLocks/>
          </p:cNvCxnSpPr>
          <p:nvPr/>
        </p:nvCxnSpPr>
        <p:spPr>
          <a:xfrm>
            <a:off x="5359399" y="2197958"/>
            <a:ext cx="607484" cy="191929"/>
          </a:xfrm>
          <a:prstGeom prst="line">
            <a:avLst/>
          </a:prstGeom>
          <a:ln w="12700" cap="flat" cmpd="sng" algn="ctr">
            <a:solidFill>
              <a:srgbClr val="2400FE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9AE2940-1163-2C70-D7E3-D2BC78506B4F}"/>
              </a:ext>
            </a:extLst>
          </p:cNvPr>
          <p:cNvCxnSpPr>
            <a:cxnSpLocks/>
          </p:cNvCxnSpPr>
          <p:nvPr/>
        </p:nvCxnSpPr>
        <p:spPr>
          <a:xfrm>
            <a:off x="5359399" y="2756772"/>
            <a:ext cx="607484" cy="191929"/>
          </a:xfrm>
          <a:prstGeom prst="line">
            <a:avLst/>
          </a:prstGeom>
          <a:ln w="12700" cap="flat" cmpd="sng" algn="ctr">
            <a:solidFill>
              <a:srgbClr val="2400FE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6B5E6DA-5151-79DC-0240-020666BFE915}"/>
              </a:ext>
            </a:extLst>
          </p:cNvPr>
          <p:cNvCxnSpPr>
            <a:cxnSpLocks/>
          </p:cNvCxnSpPr>
          <p:nvPr/>
        </p:nvCxnSpPr>
        <p:spPr>
          <a:xfrm flipV="1">
            <a:off x="5839883" y="2353190"/>
            <a:ext cx="0" cy="550877"/>
          </a:xfrm>
          <a:prstGeom prst="straightConnector1">
            <a:avLst/>
          </a:prstGeom>
          <a:ln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0769EA70-1A50-B3B0-702D-7415AA8E9166}"/>
              </a:ext>
            </a:extLst>
          </p:cNvPr>
          <p:cNvSpPr txBox="1"/>
          <p:nvPr/>
        </p:nvSpPr>
        <p:spPr>
          <a:xfrm>
            <a:off x="5773519" y="2486395"/>
            <a:ext cx="2632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000" i="1" baseline="-25000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0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A625A5D-490C-CBE0-7ABF-60B37228176C}"/>
              </a:ext>
            </a:extLst>
          </p:cNvPr>
          <p:cNvCxnSpPr>
            <a:cxnSpLocks/>
          </p:cNvCxnSpPr>
          <p:nvPr/>
        </p:nvCxnSpPr>
        <p:spPr>
          <a:xfrm flipH="1" flipV="1">
            <a:off x="4830233" y="2879170"/>
            <a:ext cx="529166" cy="196505"/>
          </a:xfrm>
          <a:prstGeom prst="straightConnector1">
            <a:avLst/>
          </a:prstGeom>
          <a:ln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48CF91F1-4D30-4C71-84D9-DEAD0F18C5C5}"/>
              </a:ext>
            </a:extLst>
          </p:cNvPr>
          <p:cNvCxnSpPr>
            <a:cxnSpLocks/>
          </p:cNvCxnSpPr>
          <p:nvPr/>
        </p:nvCxnSpPr>
        <p:spPr>
          <a:xfrm>
            <a:off x="4832349" y="2638940"/>
            <a:ext cx="0" cy="305428"/>
          </a:xfrm>
          <a:prstGeom prst="line">
            <a:avLst/>
          </a:prstGeom>
          <a:ln w="12700" cap="flat" cmpd="sng" algn="ctr">
            <a:solidFill>
              <a:srgbClr val="2400FE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163293BE-8542-ABD6-4E38-AD8F18F5BD66}"/>
              </a:ext>
            </a:extLst>
          </p:cNvPr>
          <p:cNvCxnSpPr>
            <a:cxnSpLocks/>
          </p:cNvCxnSpPr>
          <p:nvPr/>
        </p:nvCxnSpPr>
        <p:spPr>
          <a:xfrm>
            <a:off x="5359399" y="2751123"/>
            <a:ext cx="0" cy="386491"/>
          </a:xfrm>
          <a:prstGeom prst="line">
            <a:avLst/>
          </a:prstGeom>
          <a:ln w="12700" cap="flat" cmpd="sng" algn="ctr">
            <a:solidFill>
              <a:srgbClr val="2400FE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2466B4D6-CDFA-14C2-F529-B9B8B6FCC014}"/>
              </a:ext>
            </a:extLst>
          </p:cNvPr>
          <p:cNvSpPr txBox="1"/>
          <p:nvPr/>
        </p:nvSpPr>
        <p:spPr>
          <a:xfrm>
            <a:off x="4965887" y="2770707"/>
            <a:ext cx="2632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000" i="1" baseline="-25000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0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7C0E12A-87D5-C581-78A2-00931458D616}"/>
              </a:ext>
            </a:extLst>
          </p:cNvPr>
          <p:cNvSpPr txBox="1"/>
          <p:nvPr/>
        </p:nvSpPr>
        <p:spPr>
          <a:xfrm>
            <a:off x="5154403" y="2563984"/>
            <a:ext cx="2632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endParaRPr lang="zh-CN" altLang="en-US" sz="1000" i="1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22AEB842-5F5F-D13C-C057-4DF39650BCA8}"/>
              </a:ext>
            </a:extLst>
          </p:cNvPr>
          <p:cNvSpPr/>
          <p:nvPr/>
        </p:nvSpPr>
        <p:spPr>
          <a:xfrm>
            <a:off x="5336538" y="2734250"/>
            <a:ext cx="45719" cy="45719"/>
          </a:xfrm>
          <a:prstGeom prst="ellipse">
            <a:avLst/>
          </a:prstGeom>
          <a:solidFill>
            <a:srgbClr val="2400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2400FE"/>
              </a:solidFill>
            </a:endParaRP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DEAB66FD-88BC-908D-E55B-D2011BCA9B99}"/>
              </a:ext>
            </a:extLst>
          </p:cNvPr>
          <p:cNvCxnSpPr>
            <a:cxnSpLocks/>
          </p:cNvCxnSpPr>
          <p:nvPr/>
        </p:nvCxnSpPr>
        <p:spPr>
          <a:xfrm flipV="1">
            <a:off x="5359682" y="2709591"/>
            <a:ext cx="413837" cy="46215"/>
          </a:xfrm>
          <a:prstGeom prst="straightConnector1">
            <a:avLst/>
          </a:prstGeom>
          <a:ln>
            <a:solidFill>
              <a:srgbClr val="05CD1D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42A3D3BB-73BF-7734-E258-961E01ACEC42}"/>
              </a:ext>
            </a:extLst>
          </p:cNvPr>
          <p:cNvSpPr txBox="1"/>
          <p:nvPr/>
        </p:nvSpPr>
        <p:spPr>
          <a:xfrm>
            <a:off x="5369467" y="2520983"/>
            <a:ext cx="389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b="1" i="1" dirty="0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</a:t>
            </a:r>
            <a:r>
              <a:rPr lang="en-US" altLang="zh-CN" sz="1000" i="1" baseline="-25000" dirty="0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cv1</a:t>
            </a:r>
            <a:endParaRPr lang="zh-CN" altLang="en-US" sz="1000" dirty="0">
              <a:solidFill>
                <a:srgbClr val="05CD1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9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BAC7D7D-7AF0-A252-9D8C-78512A9FE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099" y="90021"/>
            <a:ext cx="8249801" cy="6677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044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组合 88">
            <a:extLst>
              <a:ext uri="{FF2B5EF4-FFF2-40B4-BE49-F238E27FC236}">
                <a16:creationId xmlns:a16="http://schemas.microsoft.com/office/drawing/2014/main" id="{7E086711-70FE-B6C2-A96B-464A7D0AFB6B}"/>
              </a:ext>
            </a:extLst>
          </p:cNvPr>
          <p:cNvGrpSpPr/>
          <p:nvPr/>
        </p:nvGrpSpPr>
        <p:grpSpPr>
          <a:xfrm>
            <a:off x="3986871" y="2692127"/>
            <a:ext cx="2733334" cy="1322079"/>
            <a:chOff x="2889591" y="401315"/>
            <a:chExt cx="2733334" cy="1322079"/>
          </a:xfrm>
        </p:grpSpPr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63350DDE-A70E-3660-BCC0-1DA40A82C94F}"/>
                </a:ext>
              </a:extLst>
            </p:cNvPr>
            <p:cNvCxnSpPr>
              <a:cxnSpLocks/>
            </p:cNvCxnSpPr>
            <p:nvPr/>
          </p:nvCxnSpPr>
          <p:spPr>
            <a:xfrm>
              <a:off x="2889591" y="1719161"/>
              <a:ext cx="716362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任意多边形: 形状 70">
              <a:extLst>
                <a:ext uri="{FF2B5EF4-FFF2-40B4-BE49-F238E27FC236}">
                  <a16:creationId xmlns:a16="http://schemas.microsoft.com/office/drawing/2014/main" id="{79CB24C9-8BFD-CBB2-1C5B-A857BEBB8E77}"/>
                </a:ext>
              </a:extLst>
            </p:cNvPr>
            <p:cNvSpPr/>
            <p:nvPr/>
          </p:nvSpPr>
          <p:spPr>
            <a:xfrm>
              <a:off x="3601720" y="1481101"/>
              <a:ext cx="1026160" cy="242293"/>
            </a:xfrm>
            <a:custGeom>
              <a:avLst/>
              <a:gdLst>
                <a:gd name="connsiteX0" fmla="*/ 0 w 1026160"/>
                <a:gd name="connsiteY0" fmla="*/ 235939 h 242293"/>
                <a:gd name="connsiteX1" fmla="*/ 284480 w 1026160"/>
                <a:gd name="connsiteY1" fmla="*/ 235939 h 242293"/>
                <a:gd name="connsiteX2" fmla="*/ 457200 w 1026160"/>
                <a:gd name="connsiteY2" fmla="*/ 169899 h 242293"/>
                <a:gd name="connsiteX3" fmla="*/ 629920 w 1026160"/>
                <a:gd name="connsiteY3" fmla="*/ 37819 h 242293"/>
                <a:gd name="connsiteX4" fmla="*/ 848360 w 1026160"/>
                <a:gd name="connsiteY4" fmla="*/ 2259 h 242293"/>
                <a:gd name="connsiteX5" fmla="*/ 1026160 w 1026160"/>
                <a:gd name="connsiteY5" fmla="*/ 88619 h 242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26160" h="242293">
                  <a:moveTo>
                    <a:pt x="0" y="235939"/>
                  </a:moveTo>
                  <a:cubicBezTo>
                    <a:pt x="104140" y="241442"/>
                    <a:pt x="208280" y="246946"/>
                    <a:pt x="284480" y="235939"/>
                  </a:cubicBezTo>
                  <a:cubicBezTo>
                    <a:pt x="360680" y="224932"/>
                    <a:pt x="399627" y="202919"/>
                    <a:pt x="457200" y="169899"/>
                  </a:cubicBezTo>
                  <a:cubicBezTo>
                    <a:pt x="514773" y="136879"/>
                    <a:pt x="564727" y="65759"/>
                    <a:pt x="629920" y="37819"/>
                  </a:cubicBezTo>
                  <a:cubicBezTo>
                    <a:pt x="695113" y="9879"/>
                    <a:pt x="782320" y="-6208"/>
                    <a:pt x="848360" y="2259"/>
                  </a:cubicBezTo>
                  <a:cubicBezTo>
                    <a:pt x="914400" y="10726"/>
                    <a:pt x="988907" y="68299"/>
                    <a:pt x="1026160" y="88619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F11F0A21-2C75-D61D-BDCB-2E63C8CB8C38}"/>
                </a:ext>
              </a:extLst>
            </p:cNvPr>
            <p:cNvCxnSpPr>
              <a:cxnSpLocks/>
            </p:cNvCxnSpPr>
            <p:nvPr/>
          </p:nvCxnSpPr>
          <p:spPr>
            <a:xfrm>
              <a:off x="2889591" y="1301726"/>
              <a:ext cx="1559041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54829060-436A-2A37-08C6-A31A2CB5D213}"/>
                </a:ext>
              </a:extLst>
            </p:cNvPr>
            <p:cNvCxnSpPr>
              <a:cxnSpLocks/>
            </p:cNvCxnSpPr>
            <p:nvPr/>
          </p:nvCxnSpPr>
          <p:spPr>
            <a:xfrm>
              <a:off x="2889591" y="403124"/>
              <a:ext cx="154375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任意多边形: 形状 79">
              <a:extLst>
                <a:ext uri="{FF2B5EF4-FFF2-40B4-BE49-F238E27FC236}">
                  <a16:creationId xmlns:a16="http://schemas.microsoft.com/office/drawing/2014/main" id="{5FADE459-EA1E-92F2-3E20-82DABB050CEB}"/>
                </a:ext>
              </a:extLst>
            </p:cNvPr>
            <p:cNvSpPr/>
            <p:nvPr/>
          </p:nvSpPr>
          <p:spPr>
            <a:xfrm>
              <a:off x="4422775" y="401315"/>
              <a:ext cx="1200150" cy="294010"/>
            </a:xfrm>
            <a:custGeom>
              <a:avLst/>
              <a:gdLst>
                <a:gd name="connsiteX0" fmla="*/ 0 w 1200150"/>
                <a:gd name="connsiteY0" fmla="*/ 1910 h 294010"/>
                <a:gd name="connsiteX1" fmla="*/ 180975 w 1200150"/>
                <a:gd name="connsiteY1" fmla="*/ 1910 h 294010"/>
                <a:gd name="connsiteX2" fmla="*/ 593725 w 1200150"/>
                <a:gd name="connsiteY2" fmla="*/ 5085 h 294010"/>
                <a:gd name="connsiteX3" fmla="*/ 952500 w 1200150"/>
                <a:gd name="connsiteY3" fmla="*/ 59060 h 294010"/>
                <a:gd name="connsiteX4" fmla="*/ 1200150 w 1200150"/>
                <a:gd name="connsiteY4" fmla="*/ 294010 h 294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00150" h="294010">
                  <a:moveTo>
                    <a:pt x="0" y="1910"/>
                  </a:moveTo>
                  <a:lnTo>
                    <a:pt x="180975" y="1910"/>
                  </a:lnTo>
                  <a:cubicBezTo>
                    <a:pt x="279929" y="2439"/>
                    <a:pt x="465137" y="-4440"/>
                    <a:pt x="593725" y="5085"/>
                  </a:cubicBezTo>
                  <a:cubicBezTo>
                    <a:pt x="722313" y="14610"/>
                    <a:pt x="851429" y="10906"/>
                    <a:pt x="952500" y="59060"/>
                  </a:cubicBezTo>
                  <a:cubicBezTo>
                    <a:pt x="1053571" y="107214"/>
                    <a:pt x="1126860" y="200612"/>
                    <a:pt x="1200150" y="294010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A435FF98-5AEB-39DB-902D-2D1D43F4CBB6}"/>
                </a:ext>
              </a:extLst>
            </p:cNvPr>
            <p:cNvCxnSpPr>
              <a:cxnSpLocks/>
            </p:cNvCxnSpPr>
            <p:nvPr/>
          </p:nvCxnSpPr>
          <p:spPr>
            <a:xfrm>
              <a:off x="2889591" y="722921"/>
              <a:ext cx="143793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任意多边形: 形状 84">
              <a:extLst>
                <a:ext uri="{FF2B5EF4-FFF2-40B4-BE49-F238E27FC236}">
                  <a16:creationId xmlns:a16="http://schemas.microsoft.com/office/drawing/2014/main" id="{9240BDCF-6151-5A4E-9F31-84BD6967CA59}"/>
                </a:ext>
              </a:extLst>
            </p:cNvPr>
            <p:cNvSpPr/>
            <p:nvPr/>
          </p:nvSpPr>
          <p:spPr>
            <a:xfrm>
              <a:off x="4314825" y="720872"/>
              <a:ext cx="936625" cy="251741"/>
            </a:xfrm>
            <a:custGeom>
              <a:avLst/>
              <a:gdLst>
                <a:gd name="connsiteX0" fmla="*/ 0 w 936625"/>
                <a:gd name="connsiteY0" fmla="*/ 916 h 251741"/>
                <a:gd name="connsiteX1" fmla="*/ 203200 w 936625"/>
                <a:gd name="connsiteY1" fmla="*/ 916 h 251741"/>
                <a:gd name="connsiteX2" fmla="*/ 438150 w 936625"/>
                <a:gd name="connsiteY2" fmla="*/ 10441 h 251741"/>
                <a:gd name="connsiteX3" fmla="*/ 698500 w 936625"/>
                <a:gd name="connsiteY3" fmla="*/ 83466 h 251741"/>
                <a:gd name="connsiteX4" fmla="*/ 936625 w 936625"/>
                <a:gd name="connsiteY4" fmla="*/ 251741 h 25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6625" h="251741">
                  <a:moveTo>
                    <a:pt x="0" y="916"/>
                  </a:moveTo>
                  <a:cubicBezTo>
                    <a:pt x="65087" y="122"/>
                    <a:pt x="130175" y="-671"/>
                    <a:pt x="203200" y="916"/>
                  </a:cubicBezTo>
                  <a:cubicBezTo>
                    <a:pt x="276225" y="2503"/>
                    <a:pt x="355600" y="-3317"/>
                    <a:pt x="438150" y="10441"/>
                  </a:cubicBezTo>
                  <a:cubicBezTo>
                    <a:pt x="520700" y="24199"/>
                    <a:pt x="615421" y="43249"/>
                    <a:pt x="698500" y="83466"/>
                  </a:cubicBezTo>
                  <a:cubicBezTo>
                    <a:pt x="781579" y="123683"/>
                    <a:pt x="859102" y="187712"/>
                    <a:pt x="936625" y="251741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任意多边形: 形状 87">
              <a:extLst>
                <a:ext uri="{FF2B5EF4-FFF2-40B4-BE49-F238E27FC236}">
                  <a16:creationId xmlns:a16="http://schemas.microsoft.com/office/drawing/2014/main" id="{92FC4DDE-2C1D-577B-2691-D685A53C5839}"/>
                </a:ext>
              </a:extLst>
            </p:cNvPr>
            <p:cNvSpPr/>
            <p:nvPr/>
          </p:nvSpPr>
          <p:spPr>
            <a:xfrm>
              <a:off x="4441825" y="1301614"/>
              <a:ext cx="447675" cy="50936"/>
            </a:xfrm>
            <a:custGeom>
              <a:avLst/>
              <a:gdLst>
                <a:gd name="connsiteX0" fmla="*/ 0 w 447675"/>
                <a:gd name="connsiteY0" fmla="*/ 136 h 50936"/>
                <a:gd name="connsiteX1" fmla="*/ 180975 w 447675"/>
                <a:gd name="connsiteY1" fmla="*/ 3311 h 50936"/>
                <a:gd name="connsiteX2" fmla="*/ 365125 w 447675"/>
                <a:gd name="connsiteY2" fmla="*/ 22361 h 50936"/>
                <a:gd name="connsiteX3" fmla="*/ 447675 w 447675"/>
                <a:gd name="connsiteY3" fmla="*/ 50936 h 50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7675" h="50936">
                  <a:moveTo>
                    <a:pt x="0" y="136"/>
                  </a:moveTo>
                  <a:cubicBezTo>
                    <a:pt x="60060" y="-129"/>
                    <a:pt x="120121" y="-393"/>
                    <a:pt x="180975" y="3311"/>
                  </a:cubicBezTo>
                  <a:cubicBezTo>
                    <a:pt x="241829" y="7015"/>
                    <a:pt x="320675" y="14424"/>
                    <a:pt x="365125" y="22361"/>
                  </a:cubicBezTo>
                  <a:cubicBezTo>
                    <a:pt x="409575" y="30298"/>
                    <a:pt x="429683" y="46174"/>
                    <a:pt x="447675" y="50936"/>
                  </a:cubicBez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0" name="文本框 19">
            <a:extLst>
              <a:ext uri="{FF2B5EF4-FFF2-40B4-BE49-F238E27FC236}">
                <a16:creationId xmlns:a16="http://schemas.microsoft.com/office/drawing/2014/main" id="{3ACBB1F8-9983-A20C-3CAE-14A31F879676}"/>
              </a:ext>
            </a:extLst>
          </p:cNvPr>
          <p:cNvSpPr txBox="1"/>
          <p:nvPr/>
        </p:nvSpPr>
        <p:spPr>
          <a:xfrm>
            <a:off x="6869848" y="4186639"/>
            <a:ext cx="3893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000" i="1" baseline="-25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000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BFC841B-D4D9-73B9-64F9-E43D1C153411}"/>
              </a:ext>
            </a:extLst>
          </p:cNvPr>
          <p:cNvSpPr txBox="1"/>
          <p:nvPr/>
        </p:nvSpPr>
        <p:spPr>
          <a:xfrm>
            <a:off x="5863643" y="3158118"/>
            <a:ext cx="2632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endParaRPr lang="zh-CN" altLang="en-US" sz="1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8E44349C-B93F-6384-176F-E7AC1936B77E}"/>
              </a:ext>
            </a:extLst>
          </p:cNvPr>
          <p:cNvGrpSpPr/>
          <p:nvPr/>
        </p:nvGrpSpPr>
        <p:grpSpPr>
          <a:xfrm rot="-2100000">
            <a:off x="5247224" y="2431762"/>
            <a:ext cx="2139739" cy="2271320"/>
            <a:chOff x="4325896" y="85472"/>
            <a:chExt cx="2139739" cy="2271320"/>
          </a:xfrm>
        </p:grpSpPr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AEBCCBAC-DEE0-4643-93B9-6DA28F7C6098}"/>
                </a:ext>
              </a:extLst>
            </p:cNvPr>
            <p:cNvCxnSpPr>
              <a:cxnSpLocks/>
            </p:cNvCxnSpPr>
            <p:nvPr/>
          </p:nvCxnSpPr>
          <p:spPr>
            <a:xfrm>
              <a:off x="4469234" y="734995"/>
              <a:ext cx="1853063" cy="0"/>
            </a:xfrm>
            <a:prstGeom prst="line">
              <a:avLst/>
            </a:prstGeom>
            <a:ln w="9525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A197C887-9F8C-15C6-EC7B-32162863ADF9}"/>
                </a:ext>
              </a:extLst>
            </p:cNvPr>
            <p:cNvSpPr/>
            <p:nvPr/>
          </p:nvSpPr>
          <p:spPr>
            <a:xfrm>
              <a:off x="5357640" y="698995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A94A2FD-7764-AF7C-30B2-CF90453826A5}"/>
                </a:ext>
              </a:extLst>
            </p:cNvPr>
            <p:cNvGrpSpPr/>
            <p:nvPr/>
          </p:nvGrpSpPr>
          <p:grpSpPr>
            <a:xfrm>
              <a:off x="4325896" y="905933"/>
              <a:ext cx="2139739" cy="1213082"/>
              <a:chOff x="3272958" y="1218968"/>
              <a:chExt cx="4279482" cy="2027152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71915799-2F09-3562-0F90-ECF8F40403E1}"/>
                  </a:ext>
                </a:extLst>
              </p:cNvPr>
              <p:cNvGrpSpPr/>
              <p:nvPr/>
            </p:nvGrpSpPr>
            <p:grpSpPr>
              <a:xfrm>
                <a:off x="3272958" y="1218968"/>
                <a:ext cx="4279482" cy="2027152"/>
                <a:chOff x="3128579" y="1401848"/>
                <a:chExt cx="4279482" cy="2027152"/>
              </a:xfrm>
            </p:grpSpPr>
            <p:pic>
              <p:nvPicPr>
                <p:cNvPr id="5" name="图片 4">
                  <a:extLst>
                    <a:ext uri="{FF2B5EF4-FFF2-40B4-BE49-F238E27FC236}">
                      <a16:creationId xmlns:a16="http://schemas.microsoft.com/office/drawing/2014/main" id="{E73336F1-8012-4906-3E7A-C2BC2D0586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86996"/>
                <a:stretch/>
              </p:blipFill>
              <p:spPr>
                <a:xfrm>
                  <a:off x="6949440" y="1401848"/>
                  <a:ext cx="458621" cy="2027152"/>
                </a:xfrm>
                <a:prstGeom prst="rect">
                  <a:avLst/>
                </a:prstGeom>
              </p:spPr>
            </p:pic>
            <p:pic>
              <p:nvPicPr>
                <p:cNvPr id="7" name="图片 6">
                  <a:extLst>
                    <a:ext uri="{FF2B5EF4-FFF2-40B4-BE49-F238E27FC236}">
                      <a16:creationId xmlns:a16="http://schemas.microsoft.com/office/drawing/2014/main" id="{85CFEF2D-D1E5-4C09-676D-D2B2E048A2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86996"/>
                <a:stretch/>
              </p:blipFill>
              <p:spPr>
                <a:xfrm flipH="1">
                  <a:off x="3128579" y="1401848"/>
                  <a:ext cx="458620" cy="2027152"/>
                </a:xfrm>
                <a:prstGeom prst="rect">
                  <a:avLst/>
                </a:prstGeom>
              </p:spPr>
            </p:pic>
          </p:grpSp>
          <p:pic>
            <p:nvPicPr>
              <p:cNvPr id="9" name="图片 8">
                <a:extLst>
                  <a:ext uri="{FF2B5EF4-FFF2-40B4-BE49-F238E27FC236}">
                    <a16:creationId xmlns:a16="http://schemas.microsoft.com/office/drawing/2014/main" id="{D241887D-B9FD-9B99-DED0-3054BDC008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40316" y="1713754"/>
                <a:ext cx="3344765" cy="369045"/>
              </a:xfrm>
              <a:prstGeom prst="rect">
                <a:avLst/>
              </a:prstGeom>
            </p:spPr>
          </p:pic>
        </p:grp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F4ADC767-C326-B9F2-B4CB-D11ADF247267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 flipH="1" flipV="1">
              <a:off x="5393640" y="698995"/>
              <a:ext cx="2126" cy="1657797"/>
            </a:xfrm>
            <a:prstGeom prst="line">
              <a:avLst/>
            </a:prstGeom>
            <a:ln w="9525">
              <a:solidFill>
                <a:srgbClr val="FF0000"/>
              </a:solidFill>
              <a:prstDash val="solid"/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A9CF41D6-E146-15FF-D815-519AA00F4F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56342" y="85472"/>
              <a:ext cx="0" cy="648000"/>
            </a:xfrm>
            <a:prstGeom prst="straightConnector1">
              <a:avLst/>
            </a:prstGeom>
            <a:ln w="12700">
              <a:solidFill>
                <a:srgbClr val="05CD1D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文本框 41">
            <a:extLst>
              <a:ext uri="{FF2B5EF4-FFF2-40B4-BE49-F238E27FC236}">
                <a16:creationId xmlns:a16="http://schemas.microsoft.com/office/drawing/2014/main" id="{27F8BA0B-DE78-0992-8A48-3E16318CE825}"/>
              </a:ext>
            </a:extLst>
          </p:cNvPr>
          <p:cNvSpPr txBox="1"/>
          <p:nvPr/>
        </p:nvSpPr>
        <p:spPr>
          <a:xfrm>
            <a:off x="5251665" y="2722118"/>
            <a:ext cx="3370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i="1" dirty="0" err="1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T</a:t>
            </a:r>
            <a:r>
              <a:rPr lang="en-US" altLang="zh-CN" sz="1000" i="1" baseline="-25000" dirty="0" err="1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df</a:t>
            </a:r>
            <a:endParaRPr lang="zh-CN" altLang="en-US" sz="1000" dirty="0">
              <a:solidFill>
                <a:srgbClr val="05CD1D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6478710-DAB1-487C-FAD7-A01F19A3A24C}"/>
              </a:ext>
            </a:extLst>
          </p:cNvPr>
          <p:cNvSpPr txBox="1"/>
          <p:nvPr/>
        </p:nvSpPr>
        <p:spPr>
          <a:xfrm>
            <a:off x="6672816" y="2987906"/>
            <a:ext cx="3370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i="1" dirty="0" err="1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N</a:t>
            </a:r>
            <a:r>
              <a:rPr lang="en-US" altLang="zh-CN" sz="1000" i="1" baseline="-25000" dirty="0" err="1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df</a:t>
            </a:r>
            <a:endParaRPr lang="zh-CN" altLang="en-US" sz="1000" dirty="0">
              <a:solidFill>
                <a:srgbClr val="05CD1D"/>
              </a:solidFill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09EA6428-2A01-FF39-A1BE-0B97653D214B}"/>
              </a:ext>
            </a:extLst>
          </p:cNvPr>
          <p:cNvCxnSpPr>
            <a:cxnSpLocks/>
          </p:cNvCxnSpPr>
          <p:nvPr/>
        </p:nvCxnSpPr>
        <p:spPr>
          <a:xfrm rot="-2100000" flipV="1">
            <a:off x="6169094" y="3264082"/>
            <a:ext cx="630000" cy="285"/>
          </a:xfrm>
          <a:prstGeom prst="straightConnector1">
            <a:avLst/>
          </a:prstGeom>
          <a:ln w="12700">
            <a:solidFill>
              <a:srgbClr val="05CD1D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66CDE6E0-50C5-4CD9-21CB-6EB691E7E18A}"/>
              </a:ext>
            </a:extLst>
          </p:cNvPr>
          <p:cNvGrpSpPr/>
          <p:nvPr/>
        </p:nvGrpSpPr>
        <p:grpSpPr>
          <a:xfrm rot="-2100000">
            <a:off x="6097671" y="3723351"/>
            <a:ext cx="1168400" cy="700039"/>
            <a:chOff x="7186216" y="997405"/>
            <a:chExt cx="1168400" cy="700039"/>
          </a:xfrm>
        </p:grpSpPr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496D4653-1C47-0A30-CC55-BF39D9FA1EFD}"/>
                </a:ext>
              </a:extLst>
            </p:cNvPr>
            <p:cNvCxnSpPr>
              <a:cxnSpLocks/>
            </p:cNvCxnSpPr>
            <p:nvPr/>
          </p:nvCxnSpPr>
          <p:spPr>
            <a:xfrm>
              <a:off x="7186216" y="997405"/>
              <a:ext cx="0" cy="70003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6F02A824-33B6-2982-1DA1-4DBCD37546F2}"/>
                </a:ext>
              </a:extLst>
            </p:cNvPr>
            <p:cNvCxnSpPr>
              <a:cxnSpLocks/>
            </p:cNvCxnSpPr>
            <p:nvPr/>
          </p:nvCxnSpPr>
          <p:spPr>
            <a:xfrm>
              <a:off x="7575683" y="997405"/>
              <a:ext cx="0" cy="70003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15AEE980-B70C-0A71-7B3D-56196511C877}"/>
                </a:ext>
              </a:extLst>
            </p:cNvPr>
            <p:cNvCxnSpPr>
              <a:cxnSpLocks/>
            </p:cNvCxnSpPr>
            <p:nvPr/>
          </p:nvCxnSpPr>
          <p:spPr>
            <a:xfrm>
              <a:off x="7965150" y="997405"/>
              <a:ext cx="0" cy="70003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BABCEA74-6F67-AC8E-4461-F384CCFC67D3}"/>
                </a:ext>
              </a:extLst>
            </p:cNvPr>
            <p:cNvCxnSpPr>
              <a:cxnSpLocks/>
            </p:cNvCxnSpPr>
            <p:nvPr/>
          </p:nvCxnSpPr>
          <p:spPr>
            <a:xfrm>
              <a:off x="8354616" y="997405"/>
              <a:ext cx="0" cy="70003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A153650-692C-6FA1-4BC4-C1464CAF5379}"/>
              </a:ext>
            </a:extLst>
          </p:cNvPr>
          <p:cNvCxnSpPr>
            <a:cxnSpLocks/>
          </p:cNvCxnSpPr>
          <p:nvPr/>
        </p:nvCxnSpPr>
        <p:spPr>
          <a:xfrm rot="-2100000" flipV="1">
            <a:off x="5753726" y="2216038"/>
            <a:ext cx="0" cy="1100508"/>
          </a:xfrm>
          <a:prstGeom prst="line">
            <a:avLst/>
          </a:prstGeom>
          <a:ln w="9525">
            <a:solidFill>
              <a:srgbClr val="FF0000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弧形 95">
            <a:extLst>
              <a:ext uri="{FF2B5EF4-FFF2-40B4-BE49-F238E27FC236}">
                <a16:creationId xmlns:a16="http://schemas.microsoft.com/office/drawing/2014/main" id="{A3840D3F-5209-0098-D9F2-049E1795CC67}"/>
              </a:ext>
            </a:extLst>
          </p:cNvPr>
          <p:cNvSpPr/>
          <p:nvPr/>
        </p:nvSpPr>
        <p:spPr>
          <a:xfrm>
            <a:off x="5448620" y="2482259"/>
            <a:ext cx="531596" cy="426630"/>
          </a:xfrm>
          <a:prstGeom prst="arc">
            <a:avLst>
              <a:gd name="adj1" fmla="val 10837131"/>
              <a:gd name="adj2" fmla="val 14007386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8" name="对象 97">
            <a:extLst>
              <a:ext uri="{FF2B5EF4-FFF2-40B4-BE49-F238E27FC236}">
                <a16:creationId xmlns:a16="http://schemas.microsoft.com/office/drawing/2014/main" id="{4567BB0C-E68E-7129-45DC-BC63C5F5C2B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0884654"/>
              </p:ext>
            </p:extLst>
          </p:nvPr>
        </p:nvGraphicFramePr>
        <p:xfrm>
          <a:off x="5259918" y="2428221"/>
          <a:ext cx="230187" cy="239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9958" imgH="240128" progId="Equation.DSMT4">
                  <p:embed/>
                </p:oleObj>
              </mc:Choice>
              <mc:Fallback>
                <p:oleObj name="Equation" r:id="rId4" imgW="229958" imgH="240128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259918" y="2428221"/>
                        <a:ext cx="230187" cy="2397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1" name="文本框 100">
            <a:extLst>
              <a:ext uri="{FF2B5EF4-FFF2-40B4-BE49-F238E27FC236}">
                <a16:creationId xmlns:a16="http://schemas.microsoft.com/office/drawing/2014/main" id="{36C9004D-4E2E-778B-115F-05D8D4E7FA72}"/>
              </a:ext>
            </a:extLst>
          </p:cNvPr>
          <p:cNvSpPr txBox="1"/>
          <p:nvPr/>
        </p:nvSpPr>
        <p:spPr>
          <a:xfrm>
            <a:off x="5949124" y="3407577"/>
            <a:ext cx="2680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000" i="1" baseline="-25000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0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1879966B-18E8-FBF2-688A-92FAB9F7D10F}"/>
              </a:ext>
            </a:extLst>
          </p:cNvPr>
          <p:cNvCxnSpPr>
            <a:cxnSpLocks/>
          </p:cNvCxnSpPr>
          <p:nvPr/>
        </p:nvCxnSpPr>
        <p:spPr>
          <a:xfrm rot="-2100000" flipH="1">
            <a:off x="5884417" y="3635413"/>
            <a:ext cx="432000" cy="0"/>
          </a:xfrm>
          <a:prstGeom prst="straightConnector1">
            <a:avLst/>
          </a:prstGeom>
          <a:ln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3DA1B468-B555-422B-A6E1-DB5CDE8F17DE}"/>
              </a:ext>
            </a:extLst>
          </p:cNvPr>
          <p:cNvSpPr txBox="1"/>
          <p:nvPr/>
        </p:nvSpPr>
        <p:spPr>
          <a:xfrm>
            <a:off x="6644656" y="2634858"/>
            <a:ext cx="6312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000" i="1" baseline="-25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1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altLang="zh-CN" sz="1000" i="1" baseline="-25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10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000" i="1" baseline="-25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sz="1000" i="1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49E18F81-4D94-20E5-0E67-860CEFF9B592}"/>
              </a:ext>
            </a:extLst>
          </p:cNvPr>
          <p:cNvCxnSpPr>
            <a:cxnSpLocks/>
          </p:cNvCxnSpPr>
          <p:nvPr/>
        </p:nvCxnSpPr>
        <p:spPr>
          <a:xfrm>
            <a:off x="4981301" y="4820057"/>
            <a:ext cx="252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715BC8CD-3002-65D0-FADB-326E61DC0BAC}"/>
              </a:ext>
            </a:extLst>
          </p:cNvPr>
          <p:cNvCxnSpPr>
            <a:cxnSpLocks/>
          </p:cNvCxnSpPr>
          <p:nvPr/>
        </p:nvCxnSpPr>
        <p:spPr>
          <a:xfrm flipH="1">
            <a:off x="4952442" y="3169202"/>
            <a:ext cx="1080000" cy="0"/>
          </a:xfrm>
          <a:prstGeom prst="straightConnector1">
            <a:avLst/>
          </a:prstGeom>
          <a:ln w="9525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10281FBA-A3AA-4984-292F-9714FE7B03DB}"/>
              </a:ext>
            </a:extLst>
          </p:cNvPr>
          <p:cNvCxnSpPr>
            <a:cxnSpLocks/>
          </p:cNvCxnSpPr>
          <p:nvPr/>
        </p:nvCxnSpPr>
        <p:spPr>
          <a:xfrm rot="-2100000" flipV="1">
            <a:off x="5139287" y="3115081"/>
            <a:ext cx="0" cy="612000"/>
          </a:xfrm>
          <a:prstGeom prst="straightConnector1">
            <a:avLst/>
          </a:prstGeom>
          <a:ln w="9525">
            <a:solidFill>
              <a:schemeClr val="tx1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箭头连接符 119">
            <a:extLst>
              <a:ext uri="{FF2B5EF4-FFF2-40B4-BE49-F238E27FC236}">
                <a16:creationId xmlns:a16="http://schemas.microsoft.com/office/drawing/2014/main" id="{F821F296-78AD-103D-A347-C25EFB93AB46}"/>
              </a:ext>
            </a:extLst>
          </p:cNvPr>
          <p:cNvCxnSpPr>
            <a:cxnSpLocks/>
          </p:cNvCxnSpPr>
          <p:nvPr/>
        </p:nvCxnSpPr>
        <p:spPr>
          <a:xfrm rot="-2100000" flipH="1">
            <a:off x="5232646" y="3425177"/>
            <a:ext cx="885600" cy="0"/>
          </a:xfrm>
          <a:prstGeom prst="straightConnector1">
            <a:avLst/>
          </a:prstGeom>
          <a:ln w="9525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1" name="对象 120">
            <a:extLst>
              <a:ext uri="{FF2B5EF4-FFF2-40B4-BE49-F238E27FC236}">
                <a16:creationId xmlns:a16="http://schemas.microsoft.com/office/drawing/2014/main" id="{14950AEC-0EDA-877C-9DC3-820FC89DB9B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2300113"/>
              </p:ext>
            </p:extLst>
          </p:nvPr>
        </p:nvGraphicFramePr>
        <p:xfrm>
          <a:off x="4824448" y="3069927"/>
          <a:ext cx="166687" cy="231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6222" imgH="231128" progId="Equation.DSMT4">
                  <p:embed/>
                </p:oleObj>
              </mc:Choice>
              <mc:Fallback>
                <p:oleObj name="Equation" r:id="rId6" imgW="166222" imgH="231128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824448" y="3069927"/>
                        <a:ext cx="166687" cy="231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>
            <a:extLst>
              <a:ext uri="{FF2B5EF4-FFF2-40B4-BE49-F238E27FC236}">
                <a16:creationId xmlns:a16="http://schemas.microsoft.com/office/drawing/2014/main" id="{64DE59D0-48F0-361A-BBC8-0F0E6D52934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3343918"/>
              </p:ext>
            </p:extLst>
          </p:nvPr>
        </p:nvGraphicFramePr>
        <p:xfrm>
          <a:off x="5122435" y="3589221"/>
          <a:ext cx="166687" cy="241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6222" imgH="241208" progId="Equation.DSMT4">
                  <p:embed/>
                </p:oleObj>
              </mc:Choice>
              <mc:Fallback>
                <p:oleObj name="Equation" r:id="rId8" imgW="166222" imgH="241208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122435" y="3589221"/>
                        <a:ext cx="166687" cy="241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" name="椭圆 122">
            <a:extLst>
              <a:ext uri="{FF2B5EF4-FFF2-40B4-BE49-F238E27FC236}">
                <a16:creationId xmlns:a16="http://schemas.microsoft.com/office/drawing/2014/main" id="{6CD4587B-C35D-9CE4-702B-EDE694617638}"/>
              </a:ext>
            </a:extLst>
          </p:cNvPr>
          <p:cNvSpPr/>
          <p:nvPr/>
        </p:nvSpPr>
        <p:spPr>
          <a:xfrm>
            <a:off x="6203030" y="3418302"/>
            <a:ext cx="54000" cy="54000"/>
          </a:xfrm>
          <a:prstGeom prst="ellipse">
            <a:avLst/>
          </a:prstGeom>
          <a:solidFill>
            <a:srgbClr val="05CD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336C2F99-B208-6B14-4E94-78C911323623}"/>
              </a:ext>
            </a:extLst>
          </p:cNvPr>
          <p:cNvSpPr/>
          <p:nvPr/>
        </p:nvSpPr>
        <p:spPr>
          <a:xfrm>
            <a:off x="5650225" y="3394408"/>
            <a:ext cx="54000" cy="54000"/>
          </a:xfrm>
          <a:prstGeom prst="ellipse">
            <a:avLst/>
          </a:prstGeom>
          <a:solidFill>
            <a:srgbClr val="05CD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A723FA5-DD2C-4692-93FF-FA5049E71DF8}"/>
              </a:ext>
            </a:extLst>
          </p:cNvPr>
          <p:cNvCxnSpPr>
            <a:cxnSpLocks/>
          </p:cNvCxnSpPr>
          <p:nvPr/>
        </p:nvCxnSpPr>
        <p:spPr>
          <a:xfrm rot="-2100000">
            <a:off x="5842602" y="3395141"/>
            <a:ext cx="0" cy="527050"/>
          </a:xfrm>
          <a:prstGeom prst="line">
            <a:avLst/>
          </a:prstGeom>
          <a:ln>
            <a:solidFill>
              <a:srgbClr val="2400F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C00F949-B83A-BBA3-CE3A-FB581D27D019}"/>
              </a:ext>
            </a:extLst>
          </p:cNvPr>
          <p:cNvSpPr txBox="1"/>
          <p:nvPr/>
        </p:nvSpPr>
        <p:spPr>
          <a:xfrm>
            <a:off x="1275801" y="6000701"/>
            <a:ext cx="842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需要在幻灯片放映模式按照</a:t>
            </a:r>
            <a:r>
              <a:rPr lang="en-US" altLang="zh-CN" dirty="0"/>
              <a:t>200%</a:t>
            </a:r>
            <a:r>
              <a:rPr lang="zh-CN" altLang="en-US" dirty="0"/>
              <a:t>放映，再截图，最后插入图片时用</a:t>
            </a:r>
            <a:r>
              <a:rPr lang="en-US" altLang="zh-CN" dirty="0"/>
              <a:t>[scale=0.3]</a:t>
            </a:r>
            <a:r>
              <a:rPr lang="zh-CN" altLang="en-US" dirty="0"/>
              <a:t>插入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CBF6567C-A91C-B725-2686-8303DDF2CF91}"/>
              </a:ext>
            </a:extLst>
          </p:cNvPr>
          <p:cNvCxnSpPr>
            <a:cxnSpLocks/>
          </p:cNvCxnSpPr>
          <p:nvPr/>
        </p:nvCxnSpPr>
        <p:spPr>
          <a:xfrm flipH="1" flipV="1">
            <a:off x="6415130" y="2902666"/>
            <a:ext cx="192087" cy="277288"/>
          </a:xfrm>
          <a:prstGeom prst="straightConnector1">
            <a:avLst/>
          </a:prstGeom>
          <a:ln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97557BAC-4ACE-C419-339B-36A42FA8D409}"/>
              </a:ext>
            </a:extLst>
          </p:cNvPr>
          <p:cNvSpPr txBox="1"/>
          <p:nvPr/>
        </p:nvSpPr>
        <p:spPr>
          <a:xfrm>
            <a:off x="6304487" y="2932181"/>
            <a:ext cx="2776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000" i="1" baseline="-25000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sz="10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788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文本框 47">
            <a:extLst>
              <a:ext uri="{FF2B5EF4-FFF2-40B4-BE49-F238E27FC236}">
                <a16:creationId xmlns:a16="http://schemas.microsoft.com/office/drawing/2014/main" id="{8FE2D4A6-BA49-F403-9A5E-D398FDBCE7F5}"/>
              </a:ext>
            </a:extLst>
          </p:cNvPr>
          <p:cNvSpPr txBox="1"/>
          <p:nvPr/>
        </p:nvSpPr>
        <p:spPr>
          <a:xfrm>
            <a:off x="1275801" y="6000701"/>
            <a:ext cx="842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需要在幻灯片放映模式按照</a:t>
            </a:r>
            <a:r>
              <a:rPr lang="en-US" altLang="zh-CN" dirty="0"/>
              <a:t>200%</a:t>
            </a:r>
            <a:r>
              <a:rPr lang="zh-CN" altLang="en-US" dirty="0"/>
              <a:t>放映，再截图，最后插入图片时用</a:t>
            </a:r>
            <a:r>
              <a:rPr lang="en-US" altLang="zh-CN" dirty="0"/>
              <a:t>[scale=0.3]</a:t>
            </a:r>
            <a:r>
              <a:rPr lang="zh-CN" altLang="en-US" dirty="0"/>
              <a:t>插入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C854B32-7355-FE50-C506-AB49EF858167}"/>
              </a:ext>
            </a:extLst>
          </p:cNvPr>
          <p:cNvGrpSpPr/>
          <p:nvPr/>
        </p:nvGrpSpPr>
        <p:grpSpPr>
          <a:xfrm>
            <a:off x="6667140" y="1216007"/>
            <a:ext cx="4339119" cy="2731153"/>
            <a:chOff x="7098940" y="1419207"/>
            <a:chExt cx="4339119" cy="2731153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FE2634D3-2B72-D96B-A10A-2CA92FF021A0}"/>
                </a:ext>
              </a:extLst>
            </p:cNvPr>
            <p:cNvGrpSpPr/>
            <p:nvPr/>
          </p:nvGrpSpPr>
          <p:grpSpPr>
            <a:xfrm>
              <a:off x="8200486" y="2565880"/>
              <a:ext cx="2139739" cy="1584480"/>
              <a:chOff x="8200486" y="2565880"/>
              <a:chExt cx="2139739" cy="1584480"/>
            </a:xfrm>
          </p:grpSpPr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4E3C0621-861B-26FF-0F06-54D2E9A887E2}"/>
                  </a:ext>
                </a:extLst>
              </p:cNvPr>
              <p:cNvGrpSpPr/>
              <p:nvPr/>
            </p:nvGrpSpPr>
            <p:grpSpPr>
              <a:xfrm>
                <a:off x="8200486" y="2565880"/>
                <a:ext cx="2139739" cy="1213082"/>
                <a:chOff x="3272958" y="1218968"/>
                <a:chExt cx="4279482" cy="2027152"/>
              </a:xfrm>
            </p:grpSpPr>
            <p:grpSp>
              <p:nvGrpSpPr>
                <p:cNvPr id="21" name="组合 20">
                  <a:extLst>
                    <a:ext uri="{FF2B5EF4-FFF2-40B4-BE49-F238E27FC236}">
                      <a16:creationId xmlns:a16="http://schemas.microsoft.com/office/drawing/2014/main" id="{9959D32C-14DB-AC78-7A5C-88BC265A2BC9}"/>
                    </a:ext>
                  </a:extLst>
                </p:cNvPr>
                <p:cNvGrpSpPr/>
                <p:nvPr/>
              </p:nvGrpSpPr>
              <p:grpSpPr>
                <a:xfrm>
                  <a:off x="3272958" y="1218968"/>
                  <a:ext cx="4279482" cy="2027152"/>
                  <a:chOff x="3128579" y="1401848"/>
                  <a:chExt cx="4279482" cy="2027152"/>
                </a:xfrm>
              </p:grpSpPr>
              <p:pic>
                <p:nvPicPr>
                  <p:cNvPr id="23" name="图片 22">
                    <a:extLst>
                      <a:ext uri="{FF2B5EF4-FFF2-40B4-BE49-F238E27FC236}">
                        <a16:creationId xmlns:a16="http://schemas.microsoft.com/office/drawing/2014/main" id="{EF1E860F-52FF-0B84-67CE-7E798F0B072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l="86996"/>
                  <a:stretch/>
                </p:blipFill>
                <p:spPr>
                  <a:xfrm>
                    <a:off x="6949440" y="1401848"/>
                    <a:ext cx="458621" cy="2027152"/>
                  </a:xfrm>
                  <a:prstGeom prst="rect">
                    <a:avLst/>
                  </a:prstGeom>
                </p:spPr>
              </p:pic>
              <p:pic>
                <p:nvPicPr>
                  <p:cNvPr id="24" name="图片 23">
                    <a:extLst>
                      <a:ext uri="{FF2B5EF4-FFF2-40B4-BE49-F238E27FC236}">
                        <a16:creationId xmlns:a16="http://schemas.microsoft.com/office/drawing/2014/main" id="{B1F66FC9-B040-BF85-2384-D01F74B56D7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l="86996"/>
                  <a:stretch/>
                </p:blipFill>
                <p:spPr>
                  <a:xfrm flipH="1">
                    <a:off x="3128579" y="1401848"/>
                    <a:ext cx="458620" cy="2027152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22" name="图片 21">
                  <a:extLst>
                    <a:ext uri="{FF2B5EF4-FFF2-40B4-BE49-F238E27FC236}">
                      <a16:creationId xmlns:a16="http://schemas.microsoft.com/office/drawing/2014/main" id="{C79D3F85-EE3B-B327-1865-0B6A5CEC837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740316" y="1713755"/>
                  <a:ext cx="3344765" cy="369045"/>
                </a:xfrm>
                <a:prstGeom prst="rect">
                  <a:avLst/>
                </a:prstGeom>
              </p:spPr>
            </p:pic>
          </p:grpSp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C0B4CCCC-F5EB-B558-EDD0-824FEC9C4916}"/>
                  </a:ext>
                </a:extLst>
              </p:cNvPr>
              <p:cNvGrpSpPr/>
              <p:nvPr/>
            </p:nvGrpSpPr>
            <p:grpSpPr>
              <a:xfrm>
                <a:off x="8685665" y="3217034"/>
                <a:ext cx="1168400" cy="933326"/>
                <a:chOff x="7186216" y="997405"/>
                <a:chExt cx="1168400" cy="700039"/>
              </a:xfrm>
            </p:grpSpPr>
            <p:cxnSp>
              <p:nvCxnSpPr>
                <p:cNvPr id="29" name="直接箭头连接符 28">
                  <a:extLst>
                    <a:ext uri="{FF2B5EF4-FFF2-40B4-BE49-F238E27FC236}">
                      <a16:creationId xmlns:a16="http://schemas.microsoft.com/office/drawing/2014/main" id="{9CF50EA6-1B13-D293-DC33-3B8BB3B4F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86216" y="997405"/>
                  <a:ext cx="0" cy="70003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箭头连接符 29">
                  <a:extLst>
                    <a:ext uri="{FF2B5EF4-FFF2-40B4-BE49-F238E27FC236}">
                      <a16:creationId xmlns:a16="http://schemas.microsoft.com/office/drawing/2014/main" id="{F3101F3E-7C10-BE0C-2C3C-FBEEB15ADB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75683" y="997405"/>
                  <a:ext cx="0" cy="70003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直接箭头连接符 30">
                  <a:extLst>
                    <a:ext uri="{FF2B5EF4-FFF2-40B4-BE49-F238E27FC236}">
                      <a16:creationId xmlns:a16="http://schemas.microsoft.com/office/drawing/2014/main" id="{F9BDAFAD-FE37-7D8F-5F5D-9A6578449D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65150" y="997405"/>
                  <a:ext cx="0" cy="70003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直接箭头连接符 31">
                  <a:extLst>
                    <a:ext uri="{FF2B5EF4-FFF2-40B4-BE49-F238E27FC236}">
                      <a16:creationId xmlns:a16="http://schemas.microsoft.com/office/drawing/2014/main" id="{8D5BA439-C023-783D-BA0E-61421C476D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54616" y="997405"/>
                  <a:ext cx="0" cy="70003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F32F4BF7-9D97-43C3-8656-72CAF82DE6DD}"/>
                </a:ext>
              </a:extLst>
            </p:cNvPr>
            <p:cNvCxnSpPr>
              <a:cxnSpLocks/>
            </p:cNvCxnSpPr>
            <p:nvPr/>
          </p:nvCxnSpPr>
          <p:spPr>
            <a:xfrm>
              <a:off x="9274300" y="1558187"/>
              <a:ext cx="0" cy="93332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弧形 53">
              <a:extLst>
                <a:ext uri="{FF2B5EF4-FFF2-40B4-BE49-F238E27FC236}">
                  <a16:creationId xmlns:a16="http://schemas.microsoft.com/office/drawing/2014/main" id="{542A0242-CB92-6DA7-ADFB-C56FEFB21844}"/>
                </a:ext>
              </a:extLst>
            </p:cNvPr>
            <p:cNvSpPr/>
            <p:nvPr/>
          </p:nvSpPr>
          <p:spPr>
            <a:xfrm>
              <a:off x="7098940" y="1548933"/>
              <a:ext cx="1432560" cy="1953462"/>
            </a:xfrm>
            <a:prstGeom prst="arc">
              <a:avLst>
                <a:gd name="adj1" fmla="val 16587873"/>
                <a:gd name="adj2" fmla="val 2853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弧形 55">
              <a:extLst>
                <a:ext uri="{FF2B5EF4-FFF2-40B4-BE49-F238E27FC236}">
                  <a16:creationId xmlns:a16="http://schemas.microsoft.com/office/drawing/2014/main" id="{98ED671C-060A-2F12-9C00-F50562CE3C5B}"/>
                </a:ext>
              </a:extLst>
            </p:cNvPr>
            <p:cNvSpPr/>
            <p:nvPr/>
          </p:nvSpPr>
          <p:spPr>
            <a:xfrm flipH="1">
              <a:off x="10005259" y="1548933"/>
              <a:ext cx="1432800" cy="1953462"/>
            </a:xfrm>
            <a:prstGeom prst="arc">
              <a:avLst>
                <a:gd name="adj1" fmla="val 16587873"/>
                <a:gd name="adj2" fmla="val 2853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弧形 56">
              <a:extLst>
                <a:ext uri="{FF2B5EF4-FFF2-40B4-BE49-F238E27FC236}">
                  <a16:creationId xmlns:a16="http://schemas.microsoft.com/office/drawing/2014/main" id="{A93A4922-7273-881D-EA60-3E22BDC881AF}"/>
                </a:ext>
              </a:extLst>
            </p:cNvPr>
            <p:cNvSpPr/>
            <p:nvPr/>
          </p:nvSpPr>
          <p:spPr>
            <a:xfrm flipH="1">
              <a:off x="9623809" y="1419207"/>
              <a:ext cx="906041" cy="2170013"/>
            </a:xfrm>
            <a:prstGeom prst="arc">
              <a:avLst>
                <a:gd name="adj1" fmla="val 16941373"/>
                <a:gd name="adj2" fmla="val 2853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弧形 57">
              <a:extLst>
                <a:ext uri="{FF2B5EF4-FFF2-40B4-BE49-F238E27FC236}">
                  <a16:creationId xmlns:a16="http://schemas.microsoft.com/office/drawing/2014/main" id="{26A08E66-DFD1-B648-94BB-0AD92E4136F9}"/>
                </a:ext>
              </a:extLst>
            </p:cNvPr>
            <p:cNvSpPr/>
            <p:nvPr/>
          </p:nvSpPr>
          <p:spPr>
            <a:xfrm>
              <a:off x="8011245" y="1419207"/>
              <a:ext cx="907200" cy="2170013"/>
            </a:xfrm>
            <a:prstGeom prst="arc">
              <a:avLst>
                <a:gd name="adj1" fmla="val 16941373"/>
                <a:gd name="adj2" fmla="val 2853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F4EB787-9ACD-17ED-2183-AE6F1665BB1D}"/>
              </a:ext>
            </a:extLst>
          </p:cNvPr>
          <p:cNvCxnSpPr>
            <a:cxnSpLocks/>
          </p:cNvCxnSpPr>
          <p:nvPr/>
        </p:nvCxnSpPr>
        <p:spPr>
          <a:xfrm>
            <a:off x="7100830" y="2652419"/>
            <a:ext cx="3475450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598EFBD7-82E6-50F9-9153-01F3314EAA8E}"/>
              </a:ext>
            </a:extLst>
          </p:cNvPr>
          <p:cNvCxnSpPr>
            <a:cxnSpLocks/>
          </p:cNvCxnSpPr>
          <p:nvPr/>
        </p:nvCxnSpPr>
        <p:spPr>
          <a:xfrm>
            <a:off x="7100830" y="3563759"/>
            <a:ext cx="3475450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8EF0D02F-0318-3F16-2E29-D8F40A461741}"/>
              </a:ext>
            </a:extLst>
          </p:cNvPr>
          <p:cNvSpPr txBox="1"/>
          <p:nvPr/>
        </p:nvSpPr>
        <p:spPr>
          <a:xfrm>
            <a:off x="8971978" y="1049657"/>
            <a:ext cx="14622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无穷远处气流速度为</a:t>
            </a:r>
            <a:r>
              <a:rPr lang="en-US" altLang="zh-CN" sz="1000" i="1" dirty="0">
                <a:latin typeface="宋体" panose="02010600030101010101" pitchFamily="2" charset="-122"/>
                <a:ea typeface="宋体" panose="02010600030101010101" pitchFamily="2" charset="-122"/>
              </a:rPr>
              <a:t>V</a:t>
            </a:r>
            <a:r>
              <a:rPr lang="en-US" altLang="zh-CN" sz="1000" i="1" baseline="-25000" dirty="0">
                <a:latin typeface="宋体" panose="02010600030101010101" pitchFamily="2" charset="-122"/>
                <a:ea typeface="宋体" panose="02010600030101010101" pitchFamily="2" charset="-122"/>
              </a:rPr>
              <a:t>0</a:t>
            </a:r>
            <a:endParaRPr lang="zh-CN" altLang="en-US" sz="1000" i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A878986-AEA3-D3C2-9245-0DE1EE3CEA73}"/>
              </a:ext>
            </a:extLst>
          </p:cNvPr>
          <p:cNvSpPr txBox="1"/>
          <p:nvPr/>
        </p:nvSpPr>
        <p:spPr>
          <a:xfrm>
            <a:off x="9819384" y="2412548"/>
            <a:ext cx="12105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涵道风扇的上表面</a:t>
            </a:r>
            <a:endParaRPr lang="zh-CN" altLang="en-US" sz="1000" i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8DE4D40-AACB-5E59-E18E-CA80869E8BF3}"/>
              </a:ext>
            </a:extLst>
          </p:cNvPr>
          <p:cNvSpPr txBox="1"/>
          <p:nvPr/>
        </p:nvSpPr>
        <p:spPr>
          <a:xfrm>
            <a:off x="9806888" y="3321021"/>
            <a:ext cx="9541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</a:rPr>
              <a:t>涵道出口截面</a:t>
            </a:r>
            <a:endParaRPr lang="zh-CN" altLang="en-US" sz="1000" i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3E2926A4-8DE5-60FA-BD98-3A3CEB556858}"/>
              </a:ext>
            </a:extLst>
          </p:cNvPr>
          <p:cNvCxnSpPr>
            <a:cxnSpLocks/>
          </p:cNvCxnSpPr>
          <p:nvPr/>
        </p:nvCxnSpPr>
        <p:spPr>
          <a:xfrm>
            <a:off x="9333366" y="2652419"/>
            <a:ext cx="0" cy="277048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FF72401D-A9DF-A03C-F367-18C30E16BA2F}"/>
              </a:ext>
            </a:extLst>
          </p:cNvPr>
          <p:cNvSpPr txBox="1"/>
          <p:nvPr/>
        </p:nvSpPr>
        <p:spPr>
          <a:xfrm>
            <a:off x="9087424" y="2772963"/>
            <a:ext cx="2920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>
                <a:solidFill>
                  <a:schemeClr val="accent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V</a:t>
            </a:r>
            <a:r>
              <a:rPr lang="en-US" altLang="zh-CN" sz="1000" i="1" baseline="-25000" dirty="0">
                <a:solidFill>
                  <a:schemeClr val="accent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1</a:t>
            </a:r>
            <a:endParaRPr lang="zh-CN" altLang="en-US" sz="1000" i="1" dirty="0">
              <a:solidFill>
                <a:schemeClr val="accent2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4B9B4815-DB4F-8525-0714-048456FDBCD2}"/>
              </a:ext>
            </a:extLst>
          </p:cNvPr>
          <p:cNvCxnSpPr>
            <a:cxnSpLocks/>
          </p:cNvCxnSpPr>
          <p:nvPr/>
        </p:nvCxnSpPr>
        <p:spPr>
          <a:xfrm>
            <a:off x="9333366" y="3563759"/>
            <a:ext cx="0" cy="277048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B9EE2C70-3FA6-8845-EC43-679F22FA32AF}"/>
              </a:ext>
            </a:extLst>
          </p:cNvPr>
          <p:cNvSpPr txBox="1"/>
          <p:nvPr/>
        </p:nvSpPr>
        <p:spPr>
          <a:xfrm>
            <a:off x="9088272" y="3684225"/>
            <a:ext cx="2920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>
                <a:solidFill>
                  <a:schemeClr val="accent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V</a:t>
            </a:r>
            <a:r>
              <a:rPr lang="en-US" altLang="zh-CN" sz="1000" i="1" baseline="-25000" dirty="0">
                <a:solidFill>
                  <a:schemeClr val="accent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e</a:t>
            </a:r>
            <a:endParaRPr lang="zh-CN" altLang="en-US" sz="1000" i="1" dirty="0">
              <a:solidFill>
                <a:schemeClr val="accent2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2075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组合 72">
            <a:extLst>
              <a:ext uri="{FF2B5EF4-FFF2-40B4-BE49-F238E27FC236}">
                <a16:creationId xmlns:a16="http://schemas.microsoft.com/office/drawing/2014/main" id="{C750FDB7-B161-325A-6A93-6C5EF2D087DE}"/>
              </a:ext>
            </a:extLst>
          </p:cNvPr>
          <p:cNvGrpSpPr>
            <a:grpSpLocks noChangeAspect="1"/>
          </p:cNvGrpSpPr>
          <p:nvPr/>
        </p:nvGrpSpPr>
        <p:grpSpPr>
          <a:xfrm>
            <a:off x="3876675" y="1905000"/>
            <a:ext cx="5621777" cy="3860447"/>
            <a:chOff x="3876675" y="1905000"/>
            <a:chExt cx="4438650" cy="3048000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977A11EC-0FC0-4B79-881E-A4C09075BA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6675" y="1905000"/>
              <a:ext cx="4438650" cy="3048000"/>
            </a:xfrm>
            <a:prstGeom prst="rect">
              <a:avLst/>
            </a:prstGeom>
          </p:spPr>
        </p:pic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36E15160-09F5-FD93-D053-DCBD691FAB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37382" y="3375025"/>
              <a:ext cx="798512" cy="365125"/>
            </a:xfrm>
            <a:prstGeom prst="line">
              <a:avLst/>
            </a:prstGeom>
            <a:ln w="9525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3F22E1AF-0666-42BB-A2B9-1518589569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35894" y="2652712"/>
              <a:ext cx="0" cy="722313"/>
            </a:xfrm>
            <a:prstGeom prst="straightConnector1">
              <a:avLst/>
            </a:prstGeom>
            <a:ln w="952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0F79621E-13FA-DA9D-3EF0-9C1E4441327E}"/>
                </a:ext>
              </a:extLst>
            </p:cNvPr>
            <p:cNvCxnSpPr>
              <a:cxnSpLocks/>
            </p:cNvCxnSpPr>
            <p:nvPr/>
          </p:nvCxnSpPr>
          <p:spPr>
            <a:xfrm>
              <a:off x="6635893" y="3377406"/>
              <a:ext cx="696240" cy="23278"/>
            </a:xfrm>
            <a:prstGeom prst="straightConnector1">
              <a:avLst/>
            </a:prstGeom>
            <a:ln w="952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4DEB9487-3E29-0CB9-302B-E6AEE54D93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40475" y="3375025"/>
              <a:ext cx="295418" cy="136525"/>
            </a:xfrm>
            <a:prstGeom prst="straightConnector1">
              <a:avLst/>
            </a:prstGeom>
            <a:ln w="952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BD2E7AFF-C64B-3B14-5A65-39470BC96946}"/>
                </a:ext>
              </a:extLst>
            </p:cNvPr>
            <p:cNvSpPr txBox="1"/>
            <p:nvPr/>
          </p:nvSpPr>
          <p:spPr>
            <a:xfrm>
              <a:off x="7224517" y="3162400"/>
              <a:ext cx="3451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000" i="1" baseline="-25000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sz="1000" i="1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FE1C8EC1-1C58-4CB4-B3E5-39D438767EA1}"/>
                </a:ext>
              </a:extLst>
            </p:cNvPr>
            <p:cNvSpPr txBox="1"/>
            <p:nvPr/>
          </p:nvSpPr>
          <p:spPr>
            <a:xfrm>
              <a:off x="6409231" y="2605242"/>
              <a:ext cx="35137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sz="1000" i="1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DAD5AC5B-44C8-D9E8-52E4-A039454CD467}"/>
                </a:ext>
              </a:extLst>
            </p:cNvPr>
            <p:cNvSpPr txBox="1"/>
            <p:nvPr/>
          </p:nvSpPr>
          <p:spPr>
            <a:xfrm>
              <a:off x="6192504" y="3279739"/>
              <a:ext cx="31781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en-US" altLang="zh-CN" sz="1000" i="1" baseline="-25000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sz="1000" i="1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AB8DAA5E-19E5-6DB0-E2DD-2BC807819E55}"/>
                </a:ext>
              </a:extLst>
            </p:cNvPr>
            <p:cNvSpPr txBox="1"/>
            <p:nvPr/>
          </p:nvSpPr>
          <p:spPr>
            <a:xfrm>
              <a:off x="6619479" y="3197415"/>
              <a:ext cx="37169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sz="1000" i="1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平行四边形 32">
              <a:extLst>
                <a:ext uri="{FF2B5EF4-FFF2-40B4-BE49-F238E27FC236}">
                  <a16:creationId xmlns:a16="http://schemas.microsoft.com/office/drawing/2014/main" id="{9D5E85FC-2267-2162-D22B-12296F539F17}"/>
                </a:ext>
              </a:extLst>
            </p:cNvPr>
            <p:cNvSpPr/>
            <p:nvPr/>
          </p:nvSpPr>
          <p:spPr>
            <a:xfrm rot="60000">
              <a:off x="6192442" y="3633713"/>
              <a:ext cx="671078" cy="76674"/>
            </a:xfrm>
            <a:prstGeom prst="parallelogram">
              <a:avLst>
                <a:gd name="adj" fmla="val 217308"/>
              </a:avLst>
            </a:prstGeom>
            <a:noFill/>
            <a:ln w="952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0289C654-C863-EA90-2CC4-530CC23D7C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1628" y="3320176"/>
              <a:ext cx="0" cy="351874"/>
            </a:xfrm>
            <a:prstGeom prst="straightConnector1">
              <a:avLst/>
            </a:prstGeom>
            <a:ln w="12700">
              <a:solidFill>
                <a:srgbClr val="05CD1D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01256536-8F7D-3399-1AD0-A7FDEFBC411A}"/>
                </a:ext>
              </a:extLst>
            </p:cNvPr>
            <p:cNvSpPr/>
            <p:nvPr/>
          </p:nvSpPr>
          <p:spPr>
            <a:xfrm>
              <a:off x="6514628" y="3643447"/>
              <a:ext cx="54000" cy="54000"/>
            </a:xfrm>
            <a:prstGeom prst="ellipse">
              <a:avLst/>
            </a:prstGeom>
            <a:solidFill>
              <a:srgbClr val="05CD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9EB2EC6F-4CD3-0188-313D-5FD035B34208}"/>
                </a:ext>
              </a:extLst>
            </p:cNvPr>
            <p:cNvSpPr txBox="1"/>
            <p:nvPr/>
          </p:nvSpPr>
          <p:spPr>
            <a:xfrm>
              <a:off x="6489786" y="3335761"/>
              <a:ext cx="33701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000" i="1" dirty="0">
                  <a:solidFill>
                    <a:srgbClr val="05CD1D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</a:rPr>
                <a:t>F</a:t>
              </a:r>
              <a:r>
                <a:rPr lang="en-US" altLang="zh-CN" sz="1000" i="1" baseline="-25000" dirty="0">
                  <a:solidFill>
                    <a:srgbClr val="05CD1D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zh-CN" altLang="en-US" sz="1000" dirty="0">
                <a:solidFill>
                  <a:srgbClr val="05CD1D"/>
                </a:solidFill>
              </a:endParaRP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41418DE9-8544-E925-519D-7B387354AA10}"/>
                </a:ext>
              </a:extLst>
            </p:cNvPr>
            <p:cNvSpPr txBox="1"/>
            <p:nvPr/>
          </p:nvSpPr>
          <p:spPr>
            <a:xfrm>
              <a:off x="6465753" y="3656947"/>
              <a:ext cx="399964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000" i="1" dirty="0">
                  <a:solidFill>
                    <a:srgbClr val="05CD1D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</a:rPr>
                <a:t>O</a:t>
              </a:r>
              <a:r>
                <a:rPr lang="en-US" altLang="zh-CN" sz="1000" i="1" baseline="-25000" dirty="0">
                  <a:solidFill>
                    <a:srgbClr val="05CD1D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</a:rPr>
                <a:t>cs1</a:t>
              </a:r>
              <a:endParaRPr lang="zh-CN" altLang="en-US" sz="1000" dirty="0">
                <a:solidFill>
                  <a:srgbClr val="05CD1D"/>
                </a:solidFill>
              </a:endParaRPr>
            </a:p>
          </p:txBody>
        </p: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70A7008E-3DC1-AE96-FB5E-B0F8F69012A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16625" y="3659188"/>
              <a:ext cx="525003" cy="10331"/>
            </a:xfrm>
            <a:prstGeom prst="straightConnector1">
              <a:avLst/>
            </a:prstGeom>
            <a:ln w="9525">
              <a:solidFill>
                <a:srgbClr val="2400FE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0EAA0F68-22A7-0FD9-7F24-ABBC101B52AF}"/>
                </a:ext>
              </a:extLst>
            </p:cNvPr>
            <p:cNvSpPr txBox="1"/>
            <p:nvPr/>
          </p:nvSpPr>
          <p:spPr>
            <a:xfrm>
              <a:off x="6083860" y="3661766"/>
              <a:ext cx="207819" cy="1944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000" i="1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r>
                <a:rPr lang="en-US" altLang="zh-CN" sz="1000" i="1" baseline="-25000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000" i="1" baseline="-25000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37714E96-8C7F-A754-0BBE-672AA1699306}"/>
                </a:ext>
              </a:extLst>
            </p:cNvPr>
            <p:cNvCxnSpPr>
              <a:cxnSpLocks/>
            </p:cNvCxnSpPr>
            <p:nvPr/>
          </p:nvCxnSpPr>
          <p:spPr>
            <a:xfrm>
              <a:off x="6878639" y="3637965"/>
              <a:ext cx="563552" cy="5483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384C1F84-10EC-8C55-6553-051D0484538D}"/>
                </a:ext>
              </a:extLst>
            </p:cNvPr>
            <p:cNvSpPr txBox="1"/>
            <p:nvPr/>
          </p:nvSpPr>
          <p:spPr>
            <a:xfrm>
              <a:off x="7284099" y="3434476"/>
              <a:ext cx="3451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CN" sz="10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δ</a:t>
              </a:r>
              <a:r>
                <a:rPr lang="en-US" altLang="zh-CN" sz="10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1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28BCB78D-86EE-07B6-4747-E587A607D592}"/>
                </a:ext>
              </a:extLst>
            </p:cNvPr>
            <p:cNvSpPr txBox="1"/>
            <p:nvPr/>
          </p:nvSpPr>
          <p:spPr>
            <a:xfrm>
              <a:off x="6113405" y="4677134"/>
              <a:ext cx="3451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CN" sz="10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δ</a:t>
              </a:r>
              <a:r>
                <a:rPr lang="en-US" altLang="zh-CN" sz="10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zh-CN" altLang="en-US" sz="1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768D068-B05D-3B31-5A00-AC5FF346A493}"/>
                </a:ext>
              </a:extLst>
            </p:cNvPr>
            <p:cNvSpPr txBox="1"/>
            <p:nvPr/>
          </p:nvSpPr>
          <p:spPr>
            <a:xfrm>
              <a:off x="4764991" y="3373002"/>
              <a:ext cx="3451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CN" sz="10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δ</a:t>
              </a:r>
              <a:r>
                <a:rPr lang="en-US" altLang="zh-CN" sz="10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zh-CN" altLang="en-US" sz="1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B31D3492-BA50-FEA8-D074-FDC910FDA00B}"/>
                </a:ext>
              </a:extLst>
            </p:cNvPr>
            <p:cNvSpPr txBox="1"/>
            <p:nvPr/>
          </p:nvSpPr>
          <p:spPr>
            <a:xfrm>
              <a:off x="5868130" y="2330011"/>
              <a:ext cx="3451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CN" sz="10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δ</a:t>
              </a:r>
              <a:r>
                <a:rPr lang="en-US" altLang="zh-CN" sz="10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8328B0A6-A387-43EB-AD15-4609310D651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362700"/>
              <a:ext cx="0" cy="486547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02A4136E-64A9-DD46-876A-D374546056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07954" y="3581982"/>
              <a:ext cx="540776" cy="17436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00C7C493-D137-2C64-43CC-89EE5251F9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5762" y="2376280"/>
              <a:ext cx="0" cy="506345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C42F852C-B08E-155B-09BA-2A1E544FDC11}"/>
              </a:ext>
            </a:extLst>
          </p:cNvPr>
          <p:cNvCxnSpPr>
            <a:cxnSpLocks noChangeAspect="1"/>
          </p:cNvCxnSpPr>
          <p:nvPr/>
        </p:nvCxnSpPr>
        <p:spPr>
          <a:xfrm flipH="1">
            <a:off x="7265134" y="3796771"/>
            <a:ext cx="791069" cy="343082"/>
          </a:xfrm>
          <a:prstGeom prst="straightConnector1">
            <a:avLst/>
          </a:prstGeom>
          <a:ln w="9525"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C20DA788-AEC5-EB74-E21C-CEC438D12833}"/>
              </a:ext>
            </a:extLst>
          </p:cNvPr>
          <p:cNvSpPr txBox="1"/>
          <p:nvPr/>
        </p:nvSpPr>
        <p:spPr>
          <a:xfrm>
            <a:off x="7742226" y="3849788"/>
            <a:ext cx="2632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000" i="1" baseline="-25000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0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2590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72D7A1A0-E2DE-C9A0-91C6-4AC62BC4FA29}"/>
              </a:ext>
            </a:extLst>
          </p:cNvPr>
          <p:cNvGrpSpPr>
            <a:grpSpLocks noChangeAspect="1"/>
          </p:cNvGrpSpPr>
          <p:nvPr/>
        </p:nvGrpSpPr>
        <p:grpSpPr>
          <a:xfrm>
            <a:off x="4014261" y="1471375"/>
            <a:ext cx="3698875" cy="2540000"/>
            <a:chOff x="4014261" y="1471375"/>
            <a:chExt cx="3698875" cy="2540000"/>
          </a:xfrm>
        </p:grpSpPr>
        <p:pic>
          <p:nvPicPr>
            <p:cNvPr id="102" name="图片 101">
              <a:extLst>
                <a:ext uri="{FF2B5EF4-FFF2-40B4-BE49-F238E27FC236}">
                  <a16:creationId xmlns:a16="http://schemas.microsoft.com/office/drawing/2014/main" id="{9A555829-7B36-2DC9-1F80-FF94BD24F9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14261" y="1471375"/>
              <a:ext cx="3698875" cy="2540000"/>
            </a:xfrm>
            <a:prstGeom prst="rect">
              <a:avLst/>
            </a:prstGeom>
          </p:spPr>
        </p:pic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D2B4971B-1D2C-86C0-1778-8DDA20BE5A26}"/>
                </a:ext>
              </a:extLst>
            </p:cNvPr>
            <p:cNvGrpSpPr/>
            <p:nvPr/>
          </p:nvGrpSpPr>
          <p:grpSpPr>
            <a:xfrm>
              <a:off x="5328336" y="1809210"/>
              <a:ext cx="1243856" cy="1552669"/>
              <a:chOff x="5328336" y="1809210"/>
              <a:chExt cx="1243856" cy="1552669"/>
            </a:xfrm>
          </p:grpSpPr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7BF0C4C7-8544-CB9B-CF16-4EE255E892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1308" y="2477829"/>
                <a:ext cx="558913" cy="724786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直接箭头连接符 8">
                <a:extLst>
                  <a:ext uri="{FF2B5EF4-FFF2-40B4-BE49-F238E27FC236}">
                    <a16:creationId xmlns:a16="http://schemas.microsoft.com/office/drawing/2014/main" id="{DC5D358B-81C9-B18F-E49D-7E02CA377F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89455" y="1996444"/>
                <a:ext cx="68537" cy="489621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id="{F422145E-AC16-18FD-359D-A5439B5310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95806" y="2024163"/>
                <a:ext cx="806400" cy="455783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B26FFFDB-6F6F-08E0-3ABE-EAD78DEB8591}"/>
                  </a:ext>
                </a:extLst>
              </p:cNvPr>
              <p:cNvSpPr txBox="1"/>
              <p:nvPr/>
            </p:nvSpPr>
            <p:spPr>
              <a:xfrm>
                <a:off x="5328336" y="1809210"/>
                <a:ext cx="53536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zh-CN" sz="1000" i="1" baseline="-25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000" i="1" dirty="0">
                    <a:solidFill>
                      <a:schemeClr val="accent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(X</a:t>
                </a:r>
                <a:r>
                  <a:rPr lang="en-US" altLang="zh-CN" sz="1000" i="1" baseline="-25000" dirty="0">
                    <a:solidFill>
                      <a:schemeClr val="accent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en-US" altLang="zh-CN" sz="1000" i="1" dirty="0">
                    <a:solidFill>
                      <a:schemeClr val="accent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endParaRPr lang="zh-CN" altLang="en-US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D9B1A52C-7AC6-68B1-E2A1-CD036580151B}"/>
                  </a:ext>
                </a:extLst>
              </p:cNvPr>
              <p:cNvSpPr txBox="1"/>
              <p:nvPr/>
            </p:nvSpPr>
            <p:spPr>
              <a:xfrm>
                <a:off x="6220814" y="1836650"/>
                <a:ext cx="35137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8B001DF0-B12F-B84A-77E2-F93123602AB0}"/>
                  </a:ext>
                </a:extLst>
              </p:cNvPr>
              <p:cNvSpPr txBox="1"/>
              <p:nvPr/>
            </p:nvSpPr>
            <p:spPr>
              <a:xfrm>
                <a:off x="5991513" y="3115658"/>
                <a:ext cx="31781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r>
                  <a:rPr lang="en-US" altLang="zh-CN" sz="1000" i="1" baseline="-25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0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AB8ED5D3-A889-6474-BD80-6BF232E5B76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66449" y="2296244"/>
              <a:ext cx="425356" cy="19452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D8B6F80F-26AC-E5C6-8F85-14F3EAF106DE}"/>
                </a:ext>
              </a:extLst>
            </p:cNvPr>
            <p:cNvSpPr txBox="1"/>
            <p:nvPr/>
          </p:nvSpPr>
          <p:spPr>
            <a:xfrm>
              <a:off x="4844412" y="2082147"/>
              <a:ext cx="3451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0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zh-CN" altLang="en-US" sz="1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CA8FF4F7-A6A1-8374-1390-6A7DED878F13}"/>
                </a:ext>
              </a:extLst>
            </p:cNvPr>
            <p:cNvCxnSpPr>
              <a:cxnSpLocks/>
            </p:cNvCxnSpPr>
            <p:nvPr/>
          </p:nvCxnSpPr>
          <p:spPr>
            <a:xfrm>
              <a:off x="5492511" y="2485006"/>
              <a:ext cx="841" cy="90000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6CB21315-807F-7677-5150-F0A5AE733B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90396" y="2296421"/>
              <a:ext cx="465355" cy="18458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1A0D958F-B1DA-5969-C27A-31C80FD0D4DB}"/>
                </a:ext>
              </a:extLst>
            </p:cNvPr>
            <p:cNvSpPr txBox="1"/>
            <p:nvPr/>
          </p:nvSpPr>
          <p:spPr>
            <a:xfrm>
              <a:off x="5085966" y="3307735"/>
              <a:ext cx="538767" cy="3488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en-US" altLang="zh-CN" sz="10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zh-CN" sz="1000" i="1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(Z</a:t>
              </a:r>
              <a:r>
                <a:rPr lang="en-US" altLang="zh-CN" sz="1000" i="1" baseline="-25000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r>
                <a:rPr lang="en-US" altLang="zh-CN" sz="1000" i="1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US" altLang="zh-CN" sz="1000" i="1" baseline="-25000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zh-CN" altLang="en-US" sz="1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4A45C5CE-50FE-AF29-E123-9F26F143F393}"/>
                </a:ext>
              </a:extLst>
            </p:cNvPr>
            <p:cNvSpPr txBox="1"/>
            <p:nvPr/>
          </p:nvSpPr>
          <p:spPr>
            <a:xfrm>
              <a:off x="5838874" y="2244549"/>
              <a:ext cx="3451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n-US" altLang="zh-CN" sz="10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zh-CN" altLang="en-US" sz="10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椭圆 42">
              <a:extLst>
                <a:ext uri="{FF2B5EF4-FFF2-40B4-BE49-F238E27FC236}">
                  <a16:creationId xmlns:a16="http://schemas.microsoft.com/office/drawing/2014/main" id="{3B9ED61A-0964-CEFD-658A-F3BDC777D279}"/>
                </a:ext>
              </a:extLst>
            </p:cNvPr>
            <p:cNvSpPr/>
            <p:nvPr/>
          </p:nvSpPr>
          <p:spPr>
            <a:xfrm rot="-180000">
              <a:off x="5388606" y="1493506"/>
              <a:ext cx="211125" cy="1985581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446ED9EC-5A0B-072B-7AC2-EA9766262A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92101" y="2270384"/>
              <a:ext cx="93600" cy="212505"/>
            </a:xfrm>
            <a:prstGeom prst="straightConnector1">
              <a:avLst/>
            </a:prstGeom>
            <a:ln w="9525">
              <a:solidFill>
                <a:srgbClr val="2400FE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DC3D65B6-F3EB-7378-84F3-2837573DA0CC}"/>
                </a:ext>
              </a:extLst>
            </p:cNvPr>
            <p:cNvSpPr txBox="1"/>
            <p:nvPr/>
          </p:nvSpPr>
          <p:spPr>
            <a:xfrm>
              <a:off x="5489455" y="2004145"/>
              <a:ext cx="3451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000" i="1" baseline="-25000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1F924B5B-3EB9-12D6-4A2B-EE7C281A2FA0}"/>
                </a:ext>
              </a:extLst>
            </p:cNvPr>
            <p:cNvSpPr/>
            <p:nvPr/>
          </p:nvSpPr>
          <p:spPr>
            <a:xfrm>
              <a:off x="4512422" y="1663700"/>
              <a:ext cx="1966912" cy="168256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325AEBE6-D4B7-5D03-2F08-A7F10AAD8946}"/>
                </a:ext>
              </a:extLst>
            </p:cNvPr>
            <p:cNvCxnSpPr>
              <a:cxnSpLocks/>
            </p:cNvCxnSpPr>
            <p:nvPr/>
          </p:nvCxnSpPr>
          <p:spPr>
            <a:xfrm>
              <a:off x="5495562" y="2489007"/>
              <a:ext cx="90955" cy="853200"/>
            </a:xfrm>
            <a:prstGeom prst="straightConnector1">
              <a:avLst/>
            </a:prstGeom>
            <a:ln w="9525">
              <a:solidFill>
                <a:schemeClr val="accent2">
                  <a:alpha val="98000"/>
                </a:schemeClr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接箭头连接符 111">
              <a:extLst>
                <a:ext uri="{FF2B5EF4-FFF2-40B4-BE49-F238E27FC236}">
                  <a16:creationId xmlns:a16="http://schemas.microsoft.com/office/drawing/2014/main" id="{00E6B37C-34C3-4E8C-9A3B-44743238E5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90171" y="2433133"/>
              <a:ext cx="986400" cy="51110"/>
            </a:xfrm>
            <a:prstGeom prst="straightConnector1">
              <a:avLst/>
            </a:prstGeom>
            <a:ln w="9525">
              <a:solidFill>
                <a:srgbClr val="2400FE">
                  <a:alpha val="98000"/>
                </a:srgbClr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6" name="文本框 125">
              <a:extLst>
                <a:ext uri="{FF2B5EF4-FFF2-40B4-BE49-F238E27FC236}">
                  <a16:creationId xmlns:a16="http://schemas.microsoft.com/office/drawing/2014/main" id="{FF93B5E2-D960-725D-A118-895041F56401}"/>
                </a:ext>
              </a:extLst>
            </p:cNvPr>
            <p:cNvSpPr txBox="1"/>
            <p:nvPr/>
          </p:nvSpPr>
          <p:spPr>
            <a:xfrm>
              <a:off x="6426268" y="2298703"/>
              <a:ext cx="49523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n-US" altLang="zh-CN" sz="1000" i="1" baseline="-25000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r>
                <a:rPr lang="en-US" altLang="zh-CN" sz="1000" i="1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(Y</a:t>
              </a:r>
              <a:r>
                <a:rPr lang="en-US" altLang="zh-CN" sz="1000" i="1" baseline="-25000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US" altLang="zh-CN" sz="1000" i="1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zh-CN" altLang="en-US" sz="10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7F288727-2E8B-8111-ED0D-15358632FC98}"/>
                </a:ext>
              </a:extLst>
            </p:cNvPr>
            <p:cNvSpPr txBox="1"/>
            <p:nvPr/>
          </p:nvSpPr>
          <p:spPr>
            <a:xfrm>
              <a:off x="5533547" y="3007483"/>
              <a:ext cx="3451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i="1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en-US" altLang="zh-CN" sz="1000" i="1" baseline="-25000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0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8" name="椭圆 127">
              <a:extLst>
                <a:ext uri="{FF2B5EF4-FFF2-40B4-BE49-F238E27FC236}">
                  <a16:creationId xmlns:a16="http://schemas.microsoft.com/office/drawing/2014/main" id="{52F937E3-0D53-72D2-9C63-CE322B22E6E2}"/>
                </a:ext>
              </a:extLst>
            </p:cNvPr>
            <p:cNvSpPr/>
            <p:nvPr/>
          </p:nvSpPr>
          <p:spPr>
            <a:xfrm>
              <a:off x="4512422" y="2276151"/>
              <a:ext cx="1966912" cy="40458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弧形 132">
              <a:extLst>
                <a:ext uri="{FF2B5EF4-FFF2-40B4-BE49-F238E27FC236}">
                  <a16:creationId xmlns:a16="http://schemas.microsoft.com/office/drawing/2014/main" id="{3826692E-46C4-D31D-AA4E-4ADC5384E369}"/>
                </a:ext>
              </a:extLst>
            </p:cNvPr>
            <p:cNvSpPr/>
            <p:nvPr/>
          </p:nvSpPr>
          <p:spPr>
            <a:xfrm>
              <a:off x="4510889" y="2276112"/>
              <a:ext cx="1965600" cy="403200"/>
            </a:xfrm>
            <a:prstGeom prst="arc">
              <a:avLst>
                <a:gd name="adj1" fmla="val 12190355"/>
                <a:gd name="adj2" fmla="val 17556609"/>
              </a:avLst>
            </a:prstGeom>
            <a:ln w="12700">
              <a:solidFill>
                <a:srgbClr val="05CD1D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5CD1D"/>
                </a:solidFill>
              </a:endParaRPr>
            </a:p>
          </p:txBody>
        </p:sp>
        <p:sp>
          <p:nvSpPr>
            <p:cNvPr id="137" name="弧形 136">
              <a:extLst>
                <a:ext uri="{FF2B5EF4-FFF2-40B4-BE49-F238E27FC236}">
                  <a16:creationId xmlns:a16="http://schemas.microsoft.com/office/drawing/2014/main" id="{A862D449-9A86-BD8C-916F-64ED919BB36C}"/>
                </a:ext>
              </a:extLst>
            </p:cNvPr>
            <p:cNvSpPr/>
            <p:nvPr/>
          </p:nvSpPr>
          <p:spPr>
            <a:xfrm rot="-180000">
              <a:off x="5388780" y="1490363"/>
              <a:ext cx="212400" cy="1987200"/>
            </a:xfrm>
            <a:prstGeom prst="arc">
              <a:avLst>
                <a:gd name="adj1" fmla="val 5189843"/>
                <a:gd name="adj2" fmla="val 5578642"/>
              </a:avLst>
            </a:prstGeom>
            <a:ln w="12700">
              <a:solidFill>
                <a:srgbClr val="05CD1D"/>
              </a:solidFill>
              <a:head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9" name="弧形 138">
              <a:extLst>
                <a:ext uri="{FF2B5EF4-FFF2-40B4-BE49-F238E27FC236}">
                  <a16:creationId xmlns:a16="http://schemas.microsoft.com/office/drawing/2014/main" id="{6DE5E093-4476-AA3A-CD2B-FD18C9DBC5CC}"/>
                </a:ext>
              </a:extLst>
            </p:cNvPr>
            <p:cNvSpPr/>
            <p:nvPr/>
          </p:nvSpPr>
          <p:spPr>
            <a:xfrm>
              <a:off x="4516130" y="1664746"/>
              <a:ext cx="1965600" cy="1681200"/>
            </a:xfrm>
            <a:prstGeom prst="arc">
              <a:avLst>
                <a:gd name="adj1" fmla="val 19761573"/>
                <a:gd name="adj2" fmla="val 21320255"/>
              </a:avLst>
            </a:prstGeom>
            <a:ln w="12700">
              <a:solidFill>
                <a:srgbClr val="05CD1D"/>
              </a:solidFill>
              <a:head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0" name="文本框 139">
              <a:extLst>
                <a:ext uri="{FF2B5EF4-FFF2-40B4-BE49-F238E27FC236}">
                  <a16:creationId xmlns:a16="http://schemas.microsoft.com/office/drawing/2014/main" id="{CB8264E1-919B-FB54-9102-55D12E4D781E}"/>
                </a:ext>
              </a:extLst>
            </p:cNvPr>
            <p:cNvSpPr txBox="1"/>
            <p:nvPr/>
          </p:nvSpPr>
          <p:spPr>
            <a:xfrm>
              <a:off x="6370727" y="2074935"/>
              <a:ext cx="380593" cy="2975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b="0" baseline="-25000" dirty="0">
                  <a:solidFill>
                    <a:srgbClr val="05CD1D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roll</a:t>
              </a:r>
            </a:p>
            <a:p>
              <a:endParaRPr lang="zh-CN" altLang="en-US" sz="1000" baseline="-25000" dirty="0">
                <a:solidFill>
                  <a:srgbClr val="05CD1D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1" name="文本框 140">
              <a:extLst>
                <a:ext uri="{FF2B5EF4-FFF2-40B4-BE49-F238E27FC236}">
                  <a16:creationId xmlns:a16="http://schemas.microsoft.com/office/drawing/2014/main" id="{97D0F730-4D31-64DE-7B7A-7000C41EB712}"/>
                </a:ext>
              </a:extLst>
            </p:cNvPr>
            <p:cNvSpPr txBox="1"/>
            <p:nvPr/>
          </p:nvSpPr>
          <p:spPr>
            <a:xfrm>
              <a:off x="5099616" y="2063867"/>
              <a:ext cx="380593" cy="2975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baseline="-25000" dirty="0">
                  <a:solidFill>
                    <a:srgbClr val="05CD1D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yaw</a:t>
              </a:r>
              <a:endParaRPr lang="en-US" altLang="zh-CN" sz="1000" b="0" baseline="-25000" dirty="0">
                <a:solidFill>
                  <a:srgbClr val="05CD1D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endParaRPr lang="zh-CN" altLang="en-US" sz="1000" baseline="-25000" dirty="0">
                <a:solidFill>
                  <a:srgbClr val="05CD1D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CF1A3EE7-D8CA-17E0-530C-57374AEF500A}"/>
                </a:ext>
              </a:extLst>
            </p:cNvPr>
            <p:cNvSpPr txBox="1"/>
            <p:nvPr/>
          </p:nvSpPr>
          <p:spPr>
            <a:xfrm>
              <a:off x="5509000" y="3344554"/>
              <a:ext cx="380593" cy="2975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b="0" baseline="-25000" dirty="0">
                  <a:solidFill>
                    <a:srgbClr val="05CD1D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pitch</a:t>
              </a:r>
            </a:p>
            <a:p>
              <a:endParaRPr lang="zh-CN" altLang="en-US" sz="1000" baseline="-25000" dirty="0">
                <a:solidFill>
                  <a:srgbClr val="05CD1D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7071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DE895DB7-5DAC-04A3-A3F4-70DBBCCC80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6" y="889000"/>
            <a:ext cx="3698875" cy="2540000"/>
          </a:xfrm>
          <a:prstGeom prst="rect">
            <a:avLst/>
          </a:prstGeom>
        </p:spPr>
      </p:pic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0C608081-CD11-B8D7-C574-963063A382C8}"/>
              </a:ext>
            </a:extLst>
          </p:cNvPr>
          <p:cNvCxnSpPr>
            <a:cxnSpLocks/>
          </p:cNvCxnSpPr>
          <p:nvPr/>
        </p:nvCxnSpPr>
        <p:spPr>
          <a:xfrm>
            <a:off x="4637617" y="2159000"/>
            <a:ext cx="78845" cy="10922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弧形 6">
            <a:extLst>
              <a:ext uri="{FF2B5EF4-FFF2-40B4-BE49-F238E27FC236}">
                <a16:creationId xmlns:a16="http://schemas.microsoft.com/office/drawing/2014/main" id="{29E80182-B6DA-AAAD-9087-7CCAF957DCCC}"/>
              </a:ext>
            </a:extLst>
          </p:cNvPr>
          <p:cNvSpPr/>
          <p:nvPr/>
        </p:nvSpPr>
        <p:spPr>
          <a:xfrm>
            <a:off x="3667845" y="2397967"/>
            <a:ext cx="907200" cy="2170013"/>
          </a:xfrm>
          <a:prstGeom prst="arc">
            <a:avLst>
              <a:gd name="adj1" fmla="val 17581699"/>
              <a:gd name="adj2" fmla="val 2012503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弧形 8">
            <a:extLst>
              <a:ext uri="{FF2B5EF4-FFF2-40B4-BE49-F238E27FC236}">
                <a16:creationId xmlns:a16="http://schemas.microsoft.com/office/drawing/2014/main" id="{54B02E9D-D1FB-8C2B-37CB-E3240C1DD474}"/>
              </a:ext>
            </a:extLst>
          </p:cNvPr>
          <p:cNvSpPr/>
          <p:nvPr/>
        </p:nvSpPr>
        <p:spPr>
          <a:xfrm flipH="1">
            <a:off x="4419535" y="2132918"/>
            <a:ext cx="593855" cy="840530"/>
          </a:xfrm>
          <a:prstGeom prst="arc">
            <a:avLst>
              <a:gd name="adj1" fmla="val 19668291"/>
              <a:gd name="adj2" fmla="val 2021358"/>
            </a:avLst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弧形 10">
            <a:extLst>
              <a:ext uri="{FF2B5EF4-FFF2-40B4-BE49-F238E27FC236}">
                <a16:creationId xmlns:a16="http://schemas.microsoft.com/office/drawing/2014/main" id="{29021A56-2C3B-7CBC-5842-190B036E8F8C}"/>
              </a:ext>
            </a:extLst>
          </p:cNvPr>
          <p:cNvSpPr/>
          <p:nvPr/>
        </p:nvSpPr>
        <p:spPr>
          <a:xfrm>
            <a:off x="3960809" y="1809070"/>
            <a:ext cx="501585" cy="840530"/>
          </a:xfrm>
          <a:prstGeom prst="arc">
            <a:avLst>
              <a:gd name="adj1" fmla="val 20966386"/>
              <a:gd name="adj2" fmla="val 2021358"/>
            </a:avLst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E8A3478-8F4D-DAC0-ABA9-3C5A428A779D}"/>
              </a:ext>
            </a:extLst>
          </p:cNvPr>
          <p:cNvCxnSpPr>
            <a:cxnSpLocks/>
          </p:cNvCxnSpPr>
          <p:nvPr/>
        </p:nvCxnSpPr>
        <p:spPr>
          <a:xfrm flipV="1">
            <a:off x="4226001" y="1071033"/>
            <a:ext cx="0" cy="2142067"/>
          </a:xfrm>
          <a:prstGeom prst="line">
            <a:avLst/>
          </a:prstGeom>
          <a:ln w="952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2692DC3D-5100-EAB3-92FD-9BB7FBD736C0}"/>
              </a:ext>
            </a:extLst>
          </p:cNvPr>
          <p:cNvSpPr txBox="1"/>
          <p:nvPr/>
        </p:nvSpPr>
        <p:spPr>
          <a:xfrm>
            <a:off x="3667845" y="2951719"/>
            <a:ext cx="5693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机体轴</a:t>
            </a: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4D2EC6EB-EA8C-CE8A-E7D9-50EA757F75FF}"/>
              </a:ext>
            </a:extLst>
          </p:cNvPr>
          <p:cNvGrpSpPr/>
          <p:nvPr/>
        </p:nvGrpSpPr>
        <p:grpSpPr>
          <a:xfrm rot="15496984">
            <a:off x="4149412" y="2416272"/>
            <a:ext cx="68394" cy="477834"/>
            <a:chOff x="7217777" y="3697392"/>
            <a:chExt cx="68394" cy="477834"/>
          </a:xfrm>
        </p:grpSpPr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4800458A-FCE0-E6AF-70F1-13B1072362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51974" y="3697392"/>
              <a:ext cx="0" cy="445666"/>
            </a:xfrm>
            <a:prstGeom prst="straightConnector1">
              <a:avLst/>
            </a:prstGeom>
            <a:ln w="12700">
              <a:solidFill>
                <a:srgbClr val="05CD1D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0D9225DA-D0FE-F4DD-BC43-231B9DC1BFA8}"/>
                </a:ext>
              </a:extLst>
            </p:cNvPr>
            <p:cNvSpPr/>
            <p:nvPr/>
          </p:nvSpPr>
          <p:spPr>
            <a:xfrm>
              <a:off x="7217777" y="4106832"/>
              <a:ext cx="68394" cy="68394"/>
            </a:xfrm>
            <a:prstGeom prst="ellipse">
              <a:avLst/>
            </a:prstGeom>
            <a:solidFill>
              <a:srgbClr val="05CD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774D113F-B065-2DB8-CC60-00E02EC815D9}"/>
              </a:ext>
            </a:extLst>
          </p:cNvPr>
          <p:cNvSpPr txBox="1"/>
          <p:nvPr/>
        </p:nvSpPr>
        <p:spPr>
          <a:xfrm>
            <a:off x="3704962" y="2462022"/>
            <a:ext cx="4268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i="1" dirty="0" err="1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</a:t>
            </a:r>
            <a:r>
              <a:rPr lang="en-US" altLang="zh-CN" sz="1000" i="1" baseline="-25000" dirty="0" err="1">
                <a:solidFill>
                  <a:srgbClr val="05CD1D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sta</a:t>
            </a:r>
            <a:endParaRPr lang="zh-CN" altLang="en-US" sz="1000" dirty="0">
              <a:solidFill>
                <a:srgbClr val="05CD1D"/>
              </a:solidFill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6A5CC49-91AF-9F7A-FF4C-C590A2FDEC14}"/>
              </a:ext>
            </a:extLst>
          </p:cNvPr>
          <p:cNvCxnSpPr>
            <a:cxnSpLocks noChangeAspect="1"/>
          </p:cNvCxnSpPr>
          <p:nvPr/>
        </p:nvCxnSpPr>
        <p:spPr>
          <a:xfrm flipH="1" flipV="1">
            <a:off x="4227231" y="2473877"/>
            <a:ext cx="156832" cy="133703"/>
          </a:xfrm>
          <a:prstGeom prst="straightConnector1">
            <a:avLst/>
          </a:prstGeom>
          <a:ln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CF1D2BDD-6EAC-FCB8-7B20-621E4A23A54F}"/>
              </a:ext>
            </a:extLst>
          </p:cNvPr>
          <p:cNvSpPr txBox="1"/>
          <p:nvPr/>
        </p:nvSpPr>
        <p:spPr>
          <a:xfrm>
            <a:off x="4174578" y="2259031"/>
            <a:ext cx="4033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i="1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000" i="1" baseline="-25000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</a:t>
            </a:r>
            <a:endParaRPr lang="zh-CN" altLang="en-US" sz="10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99AC07C8-CD93-4521-CDDD-F5736F99A902}"/>
              </a:ext>
            </a:extLst>
          </p:cNvPr>
          <p:cNvCxnSpPr>
            <a:cxnSpLocks/>
          </p:cNvCxnSpPr>
          <p:nvPr/>
        </p:nvCxnSpPr>
        <p:spPr>
          <a:xfrm>
            <a:off x="4759234" y="2435922"/>
            <a:ext cx="39600" cy="569638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B56CD260-6800-E4FB-03E4-C2FF0C3ED3DD}"/>
              </a:ext>
            </a:extLst>
          </p:cNvPr>
          <p:cNvSpPr txBox="1"/>
          <p:nvPr/>
        </p:nvSpPr>
        <p:spPr>
          <a:xfrm>
            <a:off x="4750268" y="2729110"/>
            <a:ext cx="2920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i="1" dirty="0">
                <a:solidFill>
                  <a:schemeClr val="accent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V</a:t>
            </a:r>
            <a:r>
              <a:rPr lang="en-US" altLang="zh-CN" sz="1000" i="1" baseline="-25000" dirty="0">
                <a:solidFill>
                  <a:schemeClr val="accent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e</a:t>
            </a:r>
            <a:endParaRPr lang="zh-CN" altLang="en-US" sz="1000" i="1" dirty="0">
              <a:solidFill>
                <a:schemeClr val="accent2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51506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12896AE5-DB7C-4BE3-F84B-5F7960828323}"/>
              </a:ext>
            </a:extLst>
          </p:cNvPr>
          <p:cNvGrpSpPr/>
          <p:nvPr/>
        </p:nvGrpSpPr>
        <p:grpSpPr>
          <a:xfrm>
            <a:off x="1575759" y="570424"/>
            <a:ext cx="9194212" cy="5486400"/>
            <a:chOff x="1537257" y="685799"/>
            <a:chExt cx="9194212" cy="5486400"/>
          </a:xfrm>
        </p:grpSpPr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2623E34F-5107-608E-EA3A-14682FBC7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09" r="11980"/>
            <a:stretch/>
          </p:blipFill>
          <p:spPr>
            <a:xfrm>
              <a:off x="1537257" y="685799"/>
              <a:ext cx="9194212" cy="54864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44F23D16-05F9-1F4C-B5FC-1789B50139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250" t="24537" r="38750" b="54722"/>
            <a:stretch/>
          </p:blipFill>
          <p:spPr>
            <a:xfrm>
              <a:off x="6370320" y="2023534"/>
              <a:ext cx="1097280" cy="1137920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4DD741E4-A930-4C86-BC84-327A364374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0" t="15463" r="59000" b="65092"/>
            <a:stretch/>
          </p:blipFill>
          <p:spPr>
            <a:xfrm>
              <a:off x="3896360" y="1529080"/>
              <a:ext cx="1097280" cy="1066800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711D794A-BBC4-A2BB-A1F7-902DD44281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83" t="16945" r="68749" b="63612"/>
            <a:stretch/>
          </p:blipFill>
          <p:spPr>
            <a:xfrm>
              <a:off x="2636520" y="1591734"/>
              <a:ext cx="1178560" cy="1066800"/>
            </a:xfrm>
            <a:prstGeom prst="rect">
              <a:avLst/>
            </a:prstGeom>
          </p:spPr>
        </p:pic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B34E2749-0844-7E16-AE6E-14C5FF850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917" t="26389" r="27500" b="52870"/>
            <a:stretch/>
          </p:blipFill>
          <p:spPr>
            <a:xfrm>
              <a:off x="7557346" y="2116668"/>
              <a:ext cx="1290320" cy="11379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10440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9132</TotalTime>
  <Words>214</Words>
  <Application>Microsoft Office PowerPoint</Application>
  <PresentationFormat>宽屏</PresentationFormat>
  <Paragraphs>71</Paragraphs>
  <Slides>10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等线</vt:lpstr>
      <vt:lpstr>等线 Light</vt:lpstr>
      <vt:lpstr>宋体</vt:lpstr>
      <vt:lpstr>Arial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启权 崔</dc:creator>
  <cp:lastModifiedBy>启权 崔</cp:lastModifiedBy>
  <cp:revision>13</cp:revision>
  <dcterms:created xsi:type="dcterms:W3CDTF">2025-05-21T05:33:49Z</dcterms:created>
  <dcterms:modified xsi:type="dcterms:W3CDTF">2026-03-10T07:02:25Z</dcterms:modified>
</cp:coreProperties>
</file>