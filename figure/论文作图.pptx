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0" r:id="rId6"/>
    <p:sldId id="262" r:id="rId7"/>
    <p:sldId id="266" r:id="rId8"/>
    <p:sldId id="263" r:id="rId9"/>
    <p:sldId id="264" r:id="rId10"/>
    <p:sldId id="265" r:id="rId11"/>
    <p:sldId id="258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1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99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97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94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95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96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94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94" algn="l" defTabSz="91439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B47"/>
    <a:srgbClr val="05CD1D"/>
    <a:srgbClr val="2400FE"/>
    <a:srgbClr val="8C71FF"/>
    <a:srgbClr val="7AF686"/>
    <a:srgbClr val="2400B6"/>
    <a:srgbClr val="FF7171"/>
    <a:srgbClr val="FD8A73"/>
    <a:srgbClr val="A6A6C9"/>
    <a:srgbClr val="AD43E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478" autoAdjust="0"/>
    <p:restoredTop sz="93826" autoAdjust="0"/>
  </p:normalViewPr>
  <p:slideViewPr>
    <p:cSldViewPr snapToGrid="0">
      <p:cViewPr>
        <p:scale>
          <a:sx n="200" d="100"/>
          <a:sy n="200" d="100"/>
        </p:scale>
        <p:origin x="4500" y="15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6FE16-16ED-4F7C-8F39-EC83097C0DF1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F1B46-707A-4745-892E-5AD7669CDC6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7201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4399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1597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8794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995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3196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00394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7594" algn="l" defTabSz="91439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F1B46-707A-4745-892E-5AD7669CDC6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B5FF8DF-FAD2-67AB-58A3-BAE89D9A6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5" y="1122365"/>
            <a:ext cx="9143999" cy="2387600"/>
          </a:xfrm>
        </p:spPr>
        <p:txBody>
          <a:bodyPr anchor="b"/>
          <a:lstStyle>
            <a:lvl1pPr algn="ctr">
              <a:defRPr sz="6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9E8C3BF-835E-181F-12CD-2B96E00A8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5" y="3602040"/>
            <a:ext cx="9143999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1" indent="0" algn="ctr">
              <a:buNone/>
              <a:defRPr sz="2100"/>
            </a:lvl2pPr>
            <a:lvl3pPr marL="914399" indent="0" algn="ctr">
              <a:buNone/>
              <a:defRPr sz="1900"/>
            </a:lvl3pPr>
            <a:lvl4pPr marL="1371597" indent="0" algn="ctr">
              <a:buNone/>
              <a:defRPr sz="1600"/>
            </a:lvl4pPr>
            <a:lvl5pPr marL="1828794" indent="0" algn="ctr">
              <a:buNone/>
              <a:defRPr sz="1600"/>
            </a:lvl5pPr>
            <a:lvl6pPr marL="2285995" indent="0" algn="ctr">
              <a:buNone/>
              <a:defRPr sz="1600"/>
            </a:lvl6pPr>
            <a:lvl7pPr marL="2743196" indent="0" algn="ctr">
              <a:buNone/>
              <a:defRPr sz="1600"/>
            </a:lvl7pPr>
            <a:lvl8pPr marL="3200394" indent="0" algn="ctr">
              <a:buNone/>
              <a:defRPr sz="1600"/>
            </a:lvl8pPr>
            <a:lvl9pPr marL="3657594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0CFB7A4B-1F87-8359-ACE1-572DEB6A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17624EFD-C0AD-29DC-676B-F65967B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B05FE910-CDE2-1C4F-929B-93166802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01023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E5598A7-28AB-6DFE-498E-A3E1BA8E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1A9CBE12-58F2-F5C1-5A05-A6F842725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84AC96EE-47C0-032F-7323-EC75D820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9E4C0F2-D990-1F01-0A52-FCC95F8B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EEE9635-5A46-4CA7-5A61-6849400D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8606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7F452CC-174A-D5BC-B80B-4E92AE06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4" y="1709740"/>
            <a:ext cx="10515599" cy="2852736"/>
          </a:xfrm>
        </p:spPr>
        <p:txBody>
          <a:bodyPr anchor="b"/>
          <a:lstStyle>
            <a:lvl1pPr>
              <a:defRPr sz="61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04AB5E99-414D-DD20-A29C-24B75F9F7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4" y="4589464"/>
            <a:ext cx="10515599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D93081D-D84A-BBE4-C595-512830BD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A54669AF-5AD3-3C09-920C-2061A974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2EAC9BA6-0655-E6BC-4A77-9954F80E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3233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787120C-DD56-6E5C-F45D-F809AF8A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00D8C87-9623-6C93-12FD-F87E13544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5" y="1825625"/>
            <a:ext cx="518159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C3B682EC-0A40-7C64-84F0-28B0E621D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5" y="1825625"/>
            <a:ext cx="518159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53F245D6-167A-4B30-5494-81ABC9C6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1C384628-B129-CC69-FB87-9FB1C15C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352BBD38-C013-AD87-A2D9-C9F7BDB8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4289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512DEC0-7A09-0E9A-07C9-D5D5968D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3" y="365126"/>
            <a:ext cx="10515599" cy="13255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AD6BFCB8-5559-5753-3405-DD496D557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7"/>
            <a:ext cx="5157786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1" indent="0">
              <a:buNone/>
              <a:defRPr sz="2100" b="1"/>
            </a:lvl2pPr>
            <a:lvl3pPr marL="914399" indent="0">
              <a:buNone/>
              <a:defRPr sz="1900" b="1"/>
            </a:lvl3pPr>
            <a:lvl4pPr marL="1371597" indent="0">
              <a:buNone/>
              <a:defRPr sz="1600" b="1"/>
            </a:lvl4pPr>
            <a:lvl5pPr marL="1828794" indent="0">
              <a:buNone/>
              <a:defRPr sz="1600" b="1"/>
            </a:lvl5pPr>
            <a:lvl6pPr marL="2285995" indent="0">
              <a:buNone/>
              <a:defRPr sz="1600" b="1"/>
            </a:lvl6pPr>
            <a:lvl7pPr marL="2743196" indent="0">
              <a:buNone/>
              <a:defRPr sz="1600" b="1"/>
            </a:lvl7pPr>
            <a:lvl8pPr marL="3200394" indent="0">
              <a:buNone/>
              <a:defRPr sz="1600" b="1"/>
            </a:lvl8pPr>
            <a:lvl9pPr marL="3657594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DF7EF0DA-520E-8F0C-0F2B-134B4413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4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F81912AA-A844-5B87-0BBD-ABC0B5D0A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7"/>
            <a:ext cx="51831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1" indent="0">
              <a:buNone/>
              <a:defRPr sz="2100" b="1"/>
            </a:lvl2pPr>
            <a:lvl3pPr marL="914399" indent="0">
              <a:buNone/>
              <a:defRPr sz="1900" b="1"/>
            </a:lvl3pPr>
            <a:lvl4pPr marL="1371597" indent="0">
              <a:buNone/>
              <a:defRPr sz="1600" b="1"/>
            </a:lvl4pPr>
            <a:lvl5pPr marL="1828794" indent="0">
              <a:buNone/>
              <a:defRPr sz="1600" b="1"/>
            </a:lvl5pPr>
            <a:lvl6pPr marL="2285995" indent="0">
              <a:buNone/>
              <a:defRPr sz="1600" b="1"/>
            </a:lvl6pPr>
            <a:lvl7pPr marL="2743196" indent="0">
              <a:buNone/>
              <a:defRPr sz="1600" b="1"/>
            </a:lvl7pPr>
            <a:lvl8pPr marL="3200394" indent="0">
              <a:buNone/>
              <a:defRPr sz="1600" b="1"/>
            </a:lvl8pPr>
            <a:lvl9pPr marL="3657594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0410A5F7-6946-C1F6-E7B6-B1BB5ADDD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4"/>
            <a:ext cx="51831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9A0BF696-9028-33C1-BFDB-0EBB21F0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668784A6-8AA9-F11A-A429-CFC088A7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44F0973D-C3F1-513C-4956-CC8FB436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6101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A6E8FF2-B1B8-A7F4-D7EA-D9DB3D7A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9993A9F-5088-0FB3-2297-A23BBCA8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56B5B93-73E5-372E-9E07-BC80485D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2B73CD84-B3BF-4903-D0B4-8308A712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84460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0C6419A5-ADF9-5A06-6019-867B5F43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A64B5653-E16E-D032-CCB5-4DDFCBA1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13ED80CB-91A3-AEE6-7BA7-BA2E8736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29187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8D6AFA-9E34-8658-489E-0F975B60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3" y="457201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7DE66A71-78C6-4F3A-9B73-E11126A42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67A200C4-1F71-A274-5D25-ED1FE1C67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3" y="2057401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1" indent="0">
              <a:buNone/>
              <a:defRPr sz="1300"/>
            </a:lvl2pPr>
            <a:lvl3pPr marL="914399" indent="0">
              <a:buNone/>
              <a:defRPr sz="1300"/>
            </a:lvl3pPr>
            <a:lvl4pPr marL="1371597" indent="0">
              <a:buNone/>
              <a:defRPr sz="1100"/>
            </a:lvl4pPr>
            <a:lvl5pPr marL="1828794" indent="0">
              <a:buNone/>
              <a:defRPr sz="1100"/>
            </a:lvl5pPr>
            <a:lvl6pPr marL="2285995" indent="0">
              <a:buNone/>
              <a:defRPr sz="1100"/>
            </a:lvl6pPr>
            <a:lvl7pPr marL="2743196" indent="0">
              <a:buNone/>
              <a:defRPr sz="1100"/>
            </a:lvl7pPr>
            <a:lvl8pPr marL="3200394" indent="0">
              <a:buNone/>
              <a:defRPr sz="1100"/>
            </a:lvl8pPr>
            <a:lvl9pPr marL="3657594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3E1B45A9-5627-54FB-85FD-1D8084C5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74E9AF6E-C18F-B613-0615-08E4E847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85075C75-C138-82AD-7BBD-69560EEA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12824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AB98E74-542C-405A-C3F8-69C7BCB6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3" y="457201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D84294B6-FD90-FDC6-FEB0-C7274F97B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4"/>
          </a:xfrm>
        </p:spPr>
        <p:txBody>
          <a:bodyPr/>
          <a:lstStyle>
            <a:lvl1pPr marL="0" indent="0">
              <a:buNone/>
              <a:defRPr sz="3200"/>
            </a:lvl1pPr>
            <a:lvl2pPr marL="457201" indent="0">
              <a:buNone/>
              <a:defRPr sz="2900"/>
            </a:lvl2pPr>
            <a:lvl3pPr marL="914399" indent="0">
              <a:buNone/>
              <a:defRPr sz="2400"/>
            </a:lvl3pPr>
            <a:lvl4pPr marL="1371597" indent="0">
              <a:buNone/>
              <a:defRPr sz="2100"/>
            </a:lvl4pPr>
            <a:lvl5pPr marL="1828794" indent="0">
              <a:buNone/>
              <a:defRPr sz="2100"/>
            </a:lvl5pPr>
            <a:lvl6pPr marL="2285995" indent="0">
              <a:buNone/>
              <a:defRPr sz="2100"/>
            </a:lvl6pPr>
            <a:lvl7pPr marL="2743196" indent="0">
              <a:buNone/>
              <a:defRPr sz="2100"/>
            </a:lvl7pPr>
            <a:lvl8pPr marL="3200394" indent="0">
              <a:buNone/>
              <a:defRPr sz="2100"/>
            </a:lvl8pPr>
            <a:lvl9pPr marL="3657594" indent="0">
              <a:buNone/>
              <a:defRPr sz="21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E70AAA9D-3F43-CC46-0706-439A1FBCE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3" y="2057401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1" indent="0">
              <a:buNone/>
              <a:defRPr sz="1300"/>
            </a:lvl2pPr>
            <a:lvl3pPr marL="914399" indent="0">
              <a:buNone/>
              <a:defRPr sz="1300"/>
            </a:lvl3pPr>
            <a:lvl4pPr marL="1371597" indent="0">
              <a:buNone/>
              <a:defRPr sz="1100"/>
            </a:lvl4pPr>
            <a:lvl5pPr marL="1828794" indent="0">
              <a:buNone/>
              <a:defRPr sz="1100"/>
            </a:lvl5pPr>
            <a:lvl6pPr marL="2285995" indent="0">
              <a:buNone/>
              <a:defRPr sz="1100"/>
            </a:lvl6pPr>
            <a:lvl7pPr marL="2743196" indent="0">
              <a:buNone/>
              <a:defRPr sz="1100"/>
            </a:lvl7pPr>
            <a:lvl8pPr marL="3200394" indent="0">
              <a:buNone/>
              <a:defRPr sz="1100"/>
            </a:lvl8pPr>
            <a:lvl9pPr marL="3657594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683C691D-411E-F319-00A0-6DF599BB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FFABFDE5-748F-34BE-18C3-F8FCF84B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6940F12B-9E85-4C7A-D3B0-792417C5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64213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39C0A38-850C-EE29-CA49-81039F1D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AB3F459C-C577-F154-3067-75B3442AF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5018C812-C737-5912-7031-5C9E8E51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D4B48D1B-4A66-AEC9-F7BF-AE27337F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3088EEA-894F-3562-C036-78DE199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5097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5CA3EDF1-1190-1B6D-5B1A-CB0E28DAF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5" y="365126"/>
            <a:ext cx="262889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0E1BC72-ADA2-DA40-D0C9-B142D17F1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5" y="365126"/>
            <a:ext cx="773429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A39371A-6EE0-C98B-0698-FB910BE8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4EA6793E-2826-2AF2-47E6-6318DB39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E8BA540A-4EC8-B8E4-D56C-1FC32636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03667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DE52E588-31E1-DC12-E459-60FCD2C5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365126"/>
            <a:ext cx="10515599" cy="1325564"/>
          </a:xfrm>
          <a:prstGeom prst="rect">
            <a:avLst/>
          </a:prstGeom>
        </p:spPr>
        <p:txBody>
          <a:bodyPr vert="horz" lIns="91439" tIns="45720" rIns="91439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66D582E-05E9-86AE-E04A-2816ECEB5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5" y="1825625"/>
            <a:ext cx="10515599" cy="4351338"/>
          </a:xfrm>
          <a:prstGeom prst="rect">
            <a:avLst/>
          </a:prstGeom>
        </p:spPr>
        <p:txBody>
          <a:bodyPr vert="horz" lIns="91439" tIns="45720" rIns="91439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15F153E5-A389-6F05-A57E-8A5BD551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199" cy="365126"/>
          </a:xfrm>
          <a:prstGeom prst="rect">
            <a:avLst/>
          </a:prstGeom>
        </p:spPr>
        <p:txBody>
          <a:bodyPr vert="horz" lIns="91439" tIns="45720" rIns="91439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A1C0C-849E-4F19-A4E2-7141EE991EC3}" type="datetimeFigureOut">
              <a:rPr lang="zh-CN" altLang="en-US" smtClean="0"/>
              <a:pPr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D5E8038-19E7-0E64-A360-CEAEE0E25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1" cy="365126"/>
          </a:xfrm>
          <a:prstGeom prst="rect">
            <a:avLst/>
          </a:prstGeom>
        </p:spPr>
        <p:txBody>
          <a:bodyPr vert="horz" lIns="91439" tIns="45720" rIns="91439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16EA2766-F92C-7973-12F6-B80F6F448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199" cy="365126"/>
          </a:xfrm>
          <a:prstGeom prst="rect">
            <a:avLst/>
          </a:prstGeom>
        </p:spPr>
        <p:txBody>
          <a:bodyPr vert="horz" lIns="91439" tIns="45720" rIns="91439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81143-15B0-414F-B766-2A4EFF48A54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41108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9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9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7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95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5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93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94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92" indent="-228600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7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4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95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96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94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4" algn="l" defTabSz="91439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8CC3C6E-5E61-51A8-01C1-32F60A24EF5D}"/>
              </a:ext>
            </a:extLst>
          </p:cNvPr>
          <p:cNvGrpSpPr/>
          <p:nvPr/>
        </p:nvGrpSpPr>
        <p:grpSpPr>
          <a:xfrm>
            <a:off x="4832760" y="1890979"/>
            <a:ext cx="2146382" cy="2266876"/>
            <a:chOff x="4832758" y="1890978"/>
            <a:chExt cx="2146383" cy="2266875"/>
          </a:xfrm>
        </p:grpSpPr>
        <p:pic>
          <p:nvPicPr>
            <p:cNvPr id="41" name="图片 40">
              <a:extLst>
                <a:ext uri="{FF2B5EF4-FFF2-40B4-BE49-F238E27FC236}">
                  <a16:creationId xmlns="" xmlns:a16="http://schemas.microsoft.com/office/drawing/2014/main" id="{79693711-2062-0107-3F6B-112B9109A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colorTemperature colorTemp="6800"/>
                      </a14:imgEffect>
                      <a14:imgEffect>
                        <a14:saturation sat="7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22763" t="14841" r="19209" b="2466"/>
            <a:stretch>
              <a:fillRect/>
            </a:stretch>
          </p:blipFill>
          <p:spPr>
            <a:xfrm>
              <a:off x="4832758" y="2057451"/>
              <a:ext cx="2146383" cy="2100402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21" name="组合 20">
              <a:extLst>
                <a:ext uri="{FF2B5EF4-FFF2-40B4-BE49-F238E27FC236}">
                  <a16:creationId xmlns="" xmlns:a16="http://schemas.microsoft.com/office/drawing/2014/main" id="{E47AE85C-DB1E-4A80-5B36-5F905DD23532}"/>
                </a:ext>
              </a:extLst>
            </p:cNvPr>
            <p:cNvGrpSpPr/>
            <p:nvPr/>
          </p:nvGrpSpPr>
          <p:grpSpPr>
            <a:xfrm>
              <a:off x="5303607" y="1890978"/>
              <a:ext cx="774935" cy="1347770"/>
              <a:chOff x="5303607" y="1890978"/>
              <a:chExt cx="774935" cy="1347770"/>
            </a:xfrm>
          </p:grpSpPr>
          <p:cxnSp>
            <p:nvCxnSpPr>
              <p:cNvPr id="6" name="直接箭头连接符 5">
                <a:extLst>
                  <a:ext uri="{FF2B5EF4-FFF2-40B4-BE49-F238E27FC236}">
                    <a16:creationId xmlns="" xmlns:a16="http://schemas.microsoft.com/office/drawing/2014/main" id="{84EE0A12-8F22-0873-F7C1-BDB767EEF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1308" y="2477829"/>
                <a:ext cx="369843" cy="579057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="" xmlns:a16="http://schemas.microsoft.com/office/drawing/2014/main" id="{A5F3B29A-8FDD-6AE1-EF70-0B977DAD71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9455" y="2099496"/>
                <a:ext cx="531933" cy="386569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="" xmlns:a16="http://schemas.microsoft.com/office/drawing/2014/main" id="{980110D6-84B2-30CE-8D9C-6C3C429D43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5806" y="2479946"/>
                <a:ext cx="282686" cy="245867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="" xmlns:a16="http://schemas.microsoft.com/office/drawing/2014/main" id="{86EF5544-19C8-8E23-B850-A1FD4D65E512}"/>
                  </a:ext>
                </a:extLst>
              </p:cNvPr>
              <p:cNvSpPr txBox="1"/>
              <p:nvPr/>
            </p:nvSpPr>
            <p:spPr>
              <a:xfrm>
                <a:off x="5733357" y="1890978"/>
                <a:ext cx="34518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100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="" xmlns:a16="http://schemas.microsoft.com/office/drawing/2014/main" id="{1EF7F388-0E5F-BBB9-887C-FAF83BA9437B}"/>
                  </a:ext>
                </a:extLst>
              </p:cNvPr>
              <p:cNvSpPr txBox="1"/>
              <p:nvPr/>
            </p:nvSpPr>
            <p:spPr>
              <a:xfrm>
                <a:off x="5702781" y="2602701"/>
                <a:ext cx="3513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1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="" xmlns:a16="http://schemas.microsoft.com/office/drawing/2014/main" id="{BA4906D1-DBC6-5C32-1FB8-CEA5DB0FCE08}"/>
                  </a:ext>
                </a:extLst>
              </p:cNvPr>
              <p:cNvSpPr txBox="1"/>
              <p:nvPr/>
            </p:nvSpPr>
            <p:spPr>
              <a:xfrm>
                <a:off x="5653109" y="2977138"/>
                <a:ext cx="3178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100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E4252335-7AA0-B8C0-EF3D-4EE735AEFDCC}"/>
                  </a:ext>
                </a:extLst>
              </p:cNvPr>
              <p:cNvSpPr txBox="1"/>
              <p:nvPr/>
            </p:nvSpPr>
            <p:spPr>
              <a:xfrm>
                <a:off x="5303607" y="2437491"/>
                <a:ext cx="3716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11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="" xmlns:a16="http://schemas.microsoft.com/office/drawing/2014/main" id="{BF3808FC-4E6D-7B2D-D1F8-3EDF170867C0}"/>
              </a:ext>
            </a:extLst>
          </p:cNvPr>
          <p:cNvGrpSpPr/>
          <p:nvPr/>
        </p:nvGrpSpPr>
        <p:grpSpPr>
          <a:xfrm>
            <a:off x="6738167" y="3107655"/>
            <a:ext cx="1325971" cy="1311811"/>
            <a:chOff x="7220429" y="3458175"/>
            <a:chExt cx="1325971" cy="1311811"/>
          </a:xfrm>
        </p:grpSpPr>
        <p:sp>
          <p:nvSpPr>
            <p:cNvPr id="15" name="文本框 14">
              <a:extLst>
                <a:ext uri="{FF2B5EF4-FFF2-40B4-BE49-F238E27FC236}">
                  <a16:creationId xmlns="" xmlns:a16="http://schemas.microsoft.com/office/drawing/2014/main" id="{E29B8063-E3CF-C414-6306-8C58C3DF9A00}"/>
                </a:ext>
              </a:extLst>
            </p:cNvPr>
            <p:cNvSpPr txBox="1"/>
            <p:nvPr/>
          </p:nvSpPr>
          <p:spPr>
            <a:xfrm>
              <a:off x="7661575" y="4508376"/>
              <a:ext cx="3398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="" xmlns:a16="http://schemas.microsoft.com/office/drawing/2014/main" id="{6A1B77E3-5FA5-E119-C11C-47BF678DE4EF}"/>
                </a:ext>
              </a:extLst>
            </p:cNvPr>
            <p:cNvGrpSpPr/>
            <p:nvPr/>
          </p:nvGrpSpPr>
          <p:grpSpPr>
            <a:xfrm>
              <a:off x="7220429" y="3458175"/>
              <a:ext cx="1325971" cy="1050201"/>
              <a:chOff x="7220429" y="3458175"/>
              <a:chExt cx="1325971" cy="1050201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="" xmlns:a16="http://schemas.microsoft.com/office/drawing/2014/main" id="{13B0ECFC-6226-6C7C-BD7A-578490105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3018" y="3681695"/>
                <a:ext cx="658672" cy="80826"/>
              </a:xfrm>
              <a:prstGeom prst="straightConnector1">
                <a:avLst/>
              </a:prstGeom>
              <a:ln w="9525"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="" xmlns:a16="http://schemas.microsoft.com/office/drawing/2014/main" id="{E390C035-09E3-035A-E0C5-604974510260}"/>
                  </a:ext>
                </a:extLst>
              </p:cNvPr>
              <p:cNvSpPr txBox="1"/>
              <p:nvPr/>
            </p:nvSpPr>
            <p:spPr>
              <a:xfrm>
                <a:off x="7220429" y="3988354"/>
                <a:ext cx="33981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CN" alt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3" name="组合 22">
                <a:extLst>
                  <a:ext uri="{FF2B5EF4-FFF2-40B4-BE49-F238E27FC236}">
                    <a16:creationId xmlns="" xmlns:a16="http://schemas.microsoft.com/office/drawing/2014/main" id="{D87C9058-0766-44E4-64DB-1FBF7637034E}"/>
                  </a:ext>
                </a:extLst>
              </p:cNvPr>
              <p:cNvGrpSpPr/>
              <p:nvPr/>
            </p:nvGrpSpPr>
            <p:grpSpPr>
              <a:xfrm>
                <a:off x="7326007" y="3458175"/>
                <a:ext cx="1220393" cy="1050201"/>
                <a:chOff x="7326007" y="3458175"/>
                <a:chExt cx="1220393" cy="1050201"/>
              </a:xfrm>
            </p:grpSpPr>
            <p:cxnSp>
              <p:nvCxnSpPr>
                <p:cNvPr id="3" name="直接箭头连接符 2">
                  <a:extLst>
                    <a:ext uri="{FF2B5EF4-FFF2-40B4-BE49-F238E27FC236}">
                      <a16:creationId xmlns="" xmlns:a16="http://schemas.microsoft.com/office/drawing/2014/main" id="{70231D4E-984E-9022-BBB6-0DA7379AD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7781" y="3681695"/>
                  <a:ext cx="0" cy="826681"/>
                </a:xfrm>
                <a:prstGeom prst="straightConnector1">
                  <a:avLst/>
                </a:prstGeom>
                <a:ln w="9525"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箭头连接符 9">
                  <a:extLst>
                    <a:ext uri="{FF2B5EF4-FFF2-40B4-BE49-F238E27FC236}">
                      <a16:creationId xmlns="" xmlns:a16="http://schemas.microsoft.com/office/drawing/2014/main" id="{40621A41-E88D-D7B1-499F-73613ADB9D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26007" y="3681695"/>
                  <a:ext cx="301774" cy="321348"/>
                </a:xfrm>
                <a:prstGeom prst="straightConnector1">
                  <a:avLst/>
                </a:prstGeom>
                <a:ln w="9525"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本框 16">
                  <a:extLst>
                    <a:ext uri="{FF2B5EF4-FFF2-40B4-BE49-F238E27FC236}">
                      <a16:creationId xmlns="" xmlns:a16="http://schemas.microsoft.com/office/drawing/2014/main" id="{5C8B6016-45B3-3534-389B-AC012E1BBDFA}"/>
                    </a:ext>
                  </a:extLst>
                </p:cNvPr>
                <p:cNvSpPr txBox="1"/>
                <p:nvPr/>
              </p:nvSpPr>
              <p:spPr>
                <a:xfrm>
                  <a:off x="7525459" y="3458175"/>
                  <a:ext cx="33981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:r>
                    <a:rPr lang="en-US" altLang="zh-CN" sz="11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zh-CN" altLang="en-US" sz="11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="" xmlns:a16="http://schemas.microsoft.com/office/drawing/2014/main" id="{676123E0-B3B5-DFDB-FA57-7B7025050A19}"/>
                    </a:ext>
                  </a:extLst>
                </p:cNvPr>
                <p:cNvSpPr txBox="1"/>
                <p:nvPr/>
              </p:nvSpPr>
              <p:spPr>
                <a:xfrm>
                  <a:off x="7865272" y="3805011"/>
                  <a:ext cx="6811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1100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altLang="zh-CN" sz="11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(North)</a:t>
                  </a:r>
                  <a:endParaRPr lang="zh-CN" altLang="en-US" sz="11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62" name="文本框 61">
            <a:extLst>
              <a:ext uri="{FF2B5EF4-FFF2-40B4-BE49-F238E27FC236}">
                <a16:creationId xmlns="" xmlns:a16="http://schemas.microsoft.com/office/drawing/2014/main" id="{DDAC0B76-AFF6-D608-1DDC-1F981F56A31B}"/>
              </a:ext>
            </a:extLst>
          </p:cNvPr>
          <p:cNvSpPr txBox="1"/>
          <p:nvPr/>
        </p:nvSpPr>
        <p:spPr>
          <a:xfrm>
            <a:off x="1275803" y="6000705"/>
            <a:ext cx="8880955" cy="384721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dirty="0"/>
              <a:t>需要在幻灯片放映模式按照</a:t>
            </a:r>
            <a:r>
              <a:rPr lang="en-US" altLang="zh-CN" dirty="0"/>
              <a:t>200%</a:t>
            </a:r>
            <a:r>
              <a:rPr lang="zh-CN" altLang="en-US" dirty="0"/>
              <a:t>放映，再截图，最后插入图片时用</a:t>
            </a:r>
            <a:r>
              <a:rPr lang="en-US" altLang="zh-CN" dirty="0"/>
              <a:t>[scale=0.3]</a:t>
            </a:r>
            <a:r>
              <a:rPr lang="zh-CN" altLang="en-US" dirty="0"/>
              <a:t>插入</a:t>
            </a:r>
          </a:p>
        </p:txBody>
      </p:sp>
    </p:spTree>
    <p:extLst>
      <p:ext uri="{BB962C8B-B14F-4D97-AF65-F5344CB8AC3E}">
        <p14:creationId xmlns="" xmlns:p14="http://schemas.microsoft.com/office/powerpoint/2010/main" val="181011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FCCA180E-C6FE-26A1-9783-DE1F0B910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/>
        </p:blipFill>
        <p:spPr>
          <a:xfrm>
            <a:off x="3321843" y="1071883"/>
            <a:ext cx="5548312" cy="38099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0680FA60-6931-4EA8-095B-9DB1F6DC2DA2}"/>
              </a:ext>
            </a:extLst>
          </p:cNvPr>
          <p:cNvSpPr txBox="1"/>
          <p:nvPr/>
        </p:nvSpPr>
        <p:spPr>
          <a:xfrm>
            <a:off x="7839261" y="3305894"/>
            <a:ext cx="607857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涵道壁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EE60BA16-8821-AC6A-BB4F-943D7F88C630}"/>
              </a:ext>
            </a:extLst>
          </p:cNvPr>
          <p:cNvSpPr txBox="1"/>
          <p:nvPr/>
        </p:nvSpPr>
        <p:spPr>
          <a:xfrm>
            <a:off x="7711021" y="2587231"/>
            <a:ext cx="748921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涵道风扇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A51526F2-113E-AC82-AD78-9E501972A35A}"/>
              </a:ext>
            </a:extLst>
          </p:cNvPr>
          <p:cNvSpPr txBox="1"/>
          <p:nvPr/>
        </p:nvSpPr>
        <p:spPr>
          <a:xfrm>
            <a:off x="7582775" y="4352689"/>
            <a:ext cx="889985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舵机驱动板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2DAFCCA-DE8B-3C6E-D8C1-14FF902A7417}"/>
              </a:ext>
            </a:extLst>
          </p:cNvPr>
          <p:cNvSpPr txBox="1"/>
          <p:nvPr/>
        </p:nvSpPr>
        <p:spPr>
          <a:xfrm>
            <a:off x="7967499" y="3946607"/>
            <a:ext cx="466792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舵机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E1682F23-BB91-8A3A-A239-B65498E8526E}"/>
              </a:ext>
            </a:extLst>
          </p:cNvPr>
          <p:cNvSpPr txBox="1"/>
          <p:nvPr/>
        </p:nvSpPr>
        <p:spPr>
          <a:xfrm>
            <a:off x="3783364" y="4352689"/>
            <a:ext cx="748921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控制舵面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A487759F-A00C-753E-45A4-E242302E3003}"/>
              </a:ext>
            </a:extLst>
          </p:cNvPr>
          <p:cNvSpPr txBox="1"/>
          <p:nvPr/>
        </p:nvSpPr>
        <p:spPr>
          <a:xfrm>
            <a:off x="7967499" y="2061372"/>
            <a:ext cx="466792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电机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116403C0-663D-A50F-A4F6-A5FEAD9FD4E8}"/>
              </a:ext>
            </a:extLst>
          </p:cNvPr>
          <p:cNvSpPr txBox="1"/>
          <p:nvPr/>
        </p:nvSpPr>
        <p:spPr>
          <a:xfrm>
            <a:off x="3783361" y="2713442"/>
            <a:ext cx="466792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电池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118E1416-0D9E-B9A6-3667-1448C9CDAA5D}"/>
              </a:ext>
            </a:extLst>
          </p:cNvPr>
          <p:cNvSpPr txBox="1"/>
          <p:nvPr/>
        </p:nvSpPr>
        <p:spPr>
          <a:xfrm>
            <a:off x="3783359" y="2163528"/>
            <a:ext cx="889985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飞行控制板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8A34F45F-258A-1C35-C96B-1D148DC283A3}"/>
              </a:ext>
            </a:extLst>
          </p:cNvPr>
          <p:cNvSpPr txBox="1"/>
          <p:nvPr/>
        </p:nvSpPr>
        <p:spPr>
          <a:xfrm>
            <a:off x="3783356" y="1754219"/>
            <a:ext cx="1454242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飞行控制板仓室外壳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0F481A02-AC23-C4DD-B9A8-34C073659D02}"/>
              </a:ext>
            </a:extLst>
          </p:cNvPr>
          <p:cNvSpPr txBox="1"/>
          <p:nvPr/>
        </p:nvSpPr>
        <p:spPr>
          <a:xfrm>
            <a:off x="3783359" y="3424006"/>
            <a:ext cx="889985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反扭距襟翼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7C22202F-B80C-720D-97D4-58C4EC08495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237598" y="1885024"/>
            <a:ext cx="458355" cy="278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B9B267D8-F074-1BC0-3AA6-D62DE87F5B63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673344" y="2184924"/>
            <a:ext cx="1236394" cy="1094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="" xmlns:a16="http://schemas.microsoft.com/office/drawing/2014/main" id="{114539FD-5EE8-9227-7F7F-D57A3E1335A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250153" y="2526334"/>
            <a:ext cx="1405581" cy="317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="" xmlns:a16="http://schemas.microsoft.com/office/drawing/2014/main" id="{883B53ED-3CB3-8409-F62F-BA14594A81D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673344" y="3547114"/>
            <a:ext cx="817289" cy="76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="" xmlns:a16="http://schemas.microsoft.com/office/drawing/2014/main" id="{897ABDEB-920E-67BA-FB3E-0E5F875BA19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532285" y="4192826"/>
            <a:ext cx="928146" cy="2906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="" xmlns:a16="http://schemas.microsoft.com/office/drawing/2014/main" id="{AA8CDB34-DEB6-C9BC-BAF2-E3DA0C9F0F29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6308725" y="4305316"/>
            <a:ext cx="1274050" cy="1781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62D218BD-36ED-5429-5B96-A637F97BFEA4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6308733" y="3946610"/>
            <a:ext cx="1658767" cy="130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="" xmlns:a16="http://schemas.microsoft.com/office/drawing/2014/main" id="{A39157E3-10A8-C3D7-AE5D-B597281F779A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7264407" y="3429001"/>
            <a:ext cx="574855" cy="7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="" xmlns:a16="http://schemas.microsoft.com/office/drawing/2014/main" id="{1507B0CE-CCDB-DF3B-C128-3C10A2275005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6536273" y="2718036"/>
            <a:ext cx="1174748" cy="349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="" xmlns:a16="http://schemas.microsoft.com/office/drawing/2014/main" id="{5C8A98D0-D848-3E1B-EA8D-DC31A9F5C78B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6308733" y="2192176"/>
            <a:ext cx="1658767" cy="719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="" xmlns:a16="http://schemas.microsoft.com/office/drawing/2014/main" id="{FAE7DA4A-7BBA-A89E-A16E-CF1CA5A1C0DA}"/>
              </a:ext>
            </a:extLst>
          </p:cNvPr>
          <p:cNvSpPr txBox="1"/>
          <p:nvPr/>
        </p:nvSpPr>
        <p:spPr>
          <a:xfrm>
            <a:off x="1275807" y="6000705"/>
            <a:ext cx="9009196" cy="384721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dirty="0"/>
              <a:t>需要在幻灯片放映模式按照</a:t>
            </a:r>
            <a:r>
              <a:rPr lang="en-US" altLang="zh-CN" dirty="0"/>
              <a:t>200%</a:t>
            </a:r>
            <a:r>
              <a:rPr lang="zh-CN" altLang="en-US" dirty="0"/>
              <a:t>放映，再截图，最后插入图片时用</a:t>
            </a:r>
            <a:r>
              <a:rPr lang="en-US" altLang="zh-CN" dirty="0"/>
              <a:t>[scale=0.25]</a:t>
            </a:r>
            <a:r>
              <a:rPr lang="zh-CN" altLang="en-US" dirty="0"/>
              <a:t>插入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="" xmlns:a16="http://schemas.microsoft.com/office/drawing/2014/main" id="{B731CB24-4FC2-7065-206C-CF523D723D6B}"/>
              </a:ext>
            </a:extLst>
          </p:cNvPr>
          <p:cNvCxnSpPr>
            <a:cxnSpLocks/>
          </p:cNvCxnSpPr>
          <p:nvPr/>
        </p:nvCxnSpPr>
        <p:spPr>
          <a:xfrm flipH="1" flipV="1">
            <a:off x="6139758" y="1665818"/>
            <a:ext cx="64642" cy="3062816"/>
          </a:xfrm>
          <a:prstGeom prst="line">
            <a:avLst/>
          </a:prstGeom>
          <a:ln w="9525">
            <a:solidFill>
              <a:srgbClr val="FF0000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0F67B234-9AAC-CDA1-7D12-F62432CEDE80}"/>
              </a:ext>
            </a:extLst>
          </p:cNvPr>
          <p:cNvSpPr txBox="1"/>
          <p:nvPr/>
        </p:nvSpPr>
        <p:spPr>
          <a:xfrm>
            <a:off x="6180246" y="4559037"/>
            <a:ext cx="607857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机体轴</a:t>
            </a:r>
          </a:p>
        </p:txBody>
      </p:sp>
    </p:spTree>
    <p:extLst>
      <p:ext uri="{BB962C8B-B14F-4D97-AF65-F5344CB8AC3E}">
        <p14:creationId xmlns="" xmlns:p14="http://schemas.microsoft.com/office/powerpoint/2010/main" val="343873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2BAC7D7D-7AF0-A252-9D8C-78512A9F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04" y="90022"/>
            <a:ext cx="8249801" cy="66779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504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8FE2D4A6-BA49-F403-9A5E-D398FDBCE7F5}"/>
              </a:ext>
            </a:extLst>
          </p:cNvPr>
          <p:cNvSpPr txBox="1"/>
          <p:nvPr/>
        </p:nvSpPr>
        <p:spPr>
          <a:xfrm>
            <a:off x="1275803" y="6000705"/>
            <a:ext cx="8880955" cy="384721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dirty="0"/>
              <a:t>需要在幻灯片放映模式按照</a:t>
            </a:r>
            <a:r>
              <a:rPr lang="en-US" altLang="zh-CN" dirty="0"/>
              <a:t>200%</a:t>
            </a:r>
            <a:r>
              <a:rPr lang="zh-CN" altLang="en-US" dirty="0"/>
              <a:t>放映，再截图，最后插入图片时用</a:t>
            </a:r>
            <a:r>
              <a:rPr lang="en-US" altLang="zh-CN" dirty="0"/>
              <a:t>[scale=0.3]</a:t>
            </a:r>
            <a:r>
              <a:rPr lang="zh-CN" altLang="en-US" dirty="0"/>
              <a:t>插入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="" xmlns:a16="http://schemas.microsoft.com/office/drawing/2014/main" id="{0C854B32-7355-FE50-C506-AB49EF858167}"/>
              </a:ext>
            </a:extLst>
          </p:cNvPr>
          <p:cNvGrpSpPr/>
          <p:nvPr/>
        </p:nvGrpSpPr>
        <p:grpSpPr>
          <a:xfrm>
            <a:off x="6667144" y="1216007"/>
            <a:ext cx="4339118" cy="2359756"/>
            <a:chOff x="7098940" y="1419207"/>
            <a:chExt cx="4339119" cy="2359755"/>
          </a:xfrm>
        </p:grpSpPr>
        <p:grpSp>
          <p:nvGrpSpPr>
            <p:cNvPr id="18" name="组合 17">
              <a:extLst>
                <a:ext uri="{FF2B5EF4-FFF2-40B4-BE49-F238E27FC236}">
                  <a16:creationId xmlns="" xmlns:a16="http://schemas.microsoft.com/office/drawing/2014/main" id="{4E3C0621-861B-26FF-0F06-54D2E9A887E2}"/>
                </a:ext>
              </a:extLst>
            </p:cNvPr>
            <p:cNvGrpSpPr/>
            <p:nvPr/>
          </p:nvGrpSpPr>
          <p:grpSpPr>
            <a:xfrm>
              <a:off x="8200486" y="2565880"/>
              <a:ext cx="2139739" cy="1213082"/>
              <a:chOff x="3272958" y="1218968"/>
              <a:chExt cx="4279482" cy="2027152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="" xmlns:a16="http://schemas.microsoft.com/office/drawing/2014/main" id="{9959D32C-14DB-AC78-7A5C-88BC265A2BC9}"/>
                  </a:ext>
                </a:extLst>
              </p:cNvPr>
              <p:cNvGrpSpPr/>
              <p:nvPr/>
            </p:nvGrpSpPr>
            <p:grpSpPr>
              <a:xfrm>
                <a:off x="3272958" y="1218968"/>
                <a:ext cx="4279482" cy="2027152"/>
                <a:chOff x="3128579" y="1401848"/>
                <a:chExt cx="4279482" cy="2027152"/>
              </a:xfrm>
            </p:grpSpPr>
            <p:pic>
              <p:nvPicPr>
                <p:cNvPr id="23" name="图片 22">
                  <a:extLst>
                    <a:ext uri="{FF2B5EF4-FFF2-40B4-BE49-F238E27FC236}">
                      <a16:creationId xmlns="" xmlns:a16="http://schemas.microsoft.com/office/drawing/2014/main" id="{EF1E860F-52FF-0B84-67CE-7E798F0B07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/>
                <a:srcRect l="86996"/>
                <a:stretch/>
              </p:blipFill>
              <p:spPr>
                <a:xfrm>
                  <a:off x="6949440" y="1401848"/>
                  <a:ext cx="458621" cy="2027152"/>
                </a:xfrm>
                <a:prstGeom prst="rect">
                  <a:avLst/>
                </a:prstGeom>
              </p:spPr>
            </p:pic>
            <p:pic>
              <p:nvPicPr>
                <p:cNvPr id="24" name="图片 23">
                  <a:extLst>
                    <a:ext uri="{FF2B5EF4-FFF2-40B4-BE49-F238E27FC236}">
                      <a16:creationId xmlns="" xmlns:a16="http://schemas.microsoft.com/office/drawing/2014/main" id="{B1F66FC9-B040-BF85-2384-D01F74B56D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/>
                <a:srcRect l="86996"/>
                <a:stretch/>
              </p:blipFill>
              <p:spPr>
                <a:xfrm flipH="1">
                  <a:off x="3128579" y="1401848"/>
                  <a:ext cx="458620" cy="2027152"/>
                </a:xfrm>
                <a:prstGeom prst="rect">
                  <a:avLst/>
                </a:prstGeom>
              </p:spPr>
            </p:pic>
          </p:grpSp>
          <p:pic>
            <p:nvPicPr>
              <p:cNvPr id="22" name="图片 21">
                <a:extLst>
                  <a:ext uri="{FF2B5EF4-FFF2-40B4-BE49-F238E27FC236}">
                    <a16:creationId xmlns="" xmlns:a16="http://schemas.microsoft.com/office/drawing/2014/main" id="{C79D3F85-EE3B-B327-1865-0B6A5CEC8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40316" y="1713755"/>
                <a:ext cx="3344765" cy="369045"/>
              </a:xfrm>
              <a:prstGeom prst="rect">
                <a:avLst/>
              </a:prstGeom>
            </p:spPr>
          </p:pic>
        </p:grpSp>
        <p:cxnSp>
          <p:nvCxnSpPr>
            <p:cNvPr id="53" name="直接箭头连接符 52">
              <a:extLst>
                <a:ext uri="{FF2B5EF4-FFF2-40B4-BE49-F238E27FC236}">
                  <a16:creationId xmlns="" xmlns:a16="http://schemas.microsoft.com/office/drawing/2014/main" id="{F32F4BF7-9D97-43C3-8656-72CAF82DE6DD}"/>
                </a:ext>
              </a:extLst>
            </p:cNvPr>
            <p:cNvCxnSpPr>
              <a:cxnSpLocks/>
            </p:cNvCxnSpPr>
            <p:nvPr/>
          </p:nvCxnSpPr>
          <p:spPr>
            <a:xfrm>
              <a:off x="9274300" y="1558187"/>
              <a:ext cx="0" cy="9333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弧形 53">
              <a:extLst>
                <a:ext uri="{FF2B5EF4-FFF2-40B4-BE49-F238E27FC236}">
                  <a16:creationId xmlns="" xmlns:a16="http://schemas.microsoft.com/office/drawing/2014/main" id="{542A0242-CB92-6DA7-ADFB-C56FEFB21844}"/>
                </a:ext>
              </a:extLst>
            </p:cNvPr>
            <p:cNvSpPr/>
            <p:nvPr/>
          </p:nvSpPr>
          <p:spPr>
            <a:xfrm>
              <a:off x="7098940" y="1548933"/>
              <a:ext cx="1432560" cy="1953462"/>
            </a:xfrm>
            <a:prstGeom prst="arc">
              <a:avLst>
                <a:gd name="adj1" fmla="val 16587873"/>
                <a:gd name="adj2" fmla="val 285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弧形 55">
              <a:extLst>
                <a:ext uri="{FF2B5EF4-FFF2-40B4-BE49-F238E27FC236}">
                  <a16:creationId xmlns="" xmlns:a16="http://schemas.microsoft.com/office/drawing/2014/main" id="{98ED671C-060A-2F12-9C00-F50562CE3C5B}"/>
                </a:ext>
              </a:extLst>
            </p:cNvPr>
            <p:cNvSpPr/>
            <p:nvPr/>
          </p:nvSpPr>
          <p:spPr>
            <a:xfrm flipH="1">
              <a:off x="10005259" y="1548933"/>
              <a:ext cx="1432800" cy="1953462"/>
            </a:xfrm>
            <a:prstGeom prst="arc">
              <a:avLst>
                <a:gd name="adj1" fmla="val 16587873"/>
                <a:gd name="adj2" fmla="val 285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弧形 56">
              <a:extLst>
                <a:ext uri="{FF2B5EF4-FFF2-40B4-BE49-F238E27FC236}">
                  <a16:creationId xmlns="" xmlns:a16="http://schemas.microsoft.com/office/drawing/2014/main" id="{A93A4922-7273-881D-EA60-3E22BDC881AF}"/>
                </a:ext>
              </a:extLst>
            </p:cNvPr>
            <p:cNvSpPr/>
            <p:nvPr/>
          </p:nvSpPr>
          <p:spPr>
            <a:xfrm flipH="1">
              <a:off x="9623809" y="1419207"/>
              <a:ext cx="906041" cy="2170013"/>
            </a:xfrm>
            <a:prstGeom prst="arc">
              <a:avLst>
                <a:gd name="adj1" fmla="val 16941373"/>
                <a:gd name="adj2" fmla="val 285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弧形 57">
              <a:extLst>
                <a:ext uri="{FF2B5EF4-FFF2-40B4-BE49-F238E27FC236}">
                  <a16:creationId xmlns="" xmlns:a16="http://schemas.microsoft.com/office/drawing/2014/main" id="{26A08E66-DFD1-B648-94BB-0AD92E4136F9}"/>
                </a:ext>
              </a:extLst>
            </p:cNvPr>
            <p:cNvSpPr/>
            <p:nvPr/>
          </p:nvSpPr>
          <p:spPr>
            <a:xfrm>
              <a:off x="8011245" y="1419207"/>
              <a:ext cx="907200" cy="2170013"/>
            </a:xfrm>
            <a:prstGeom prst="arc">
              <a:avLst>
                <a:gd name="adj1" fmla="val 16941373"/>
                <a:gd name="adj2" fmla="val 285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6" name="直接连接符 35"/>
          <p:cNvCxnSpPr/>
          <p:nvPr/>
        </p:nvCxnSpPr>
        <p:spPr>
          <a:xfrm flipV="1">
            <a:off x="6773334" y="3818461"/>
            <a:ext cx="4093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弧形 36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 rot="19639054">
            <a:off x="6838670" y="1552513"/>
            <a:ext cx="1053695" cy="2181421"/>
          </a:xfrm>
          <a:prstGeom prst="arc">
            <a:avLst>
              <a:gd name="adj1" fmla="val 3945685"/>
              <a:gd name="adj2" fmla="val 6294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38" name="弧形 37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>
            <a:off x="6819905" y="2451103"/>
            <a:ext cx="1849966" cy="1316569"/>
          </a:xfrm>
          <a:prstGeom prst="arc">
            <a:avLst>
              <a:gd name="adj1" fmla="val 21543391"/>
              <a:gd name="adj2" fmla="val 5784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39" name="弧形 38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>
            <a:off x="7061206" y="2472266"/>
            <a:ext cx="1316567" cy="1214968"/>
          </a:xfrm>
          <a:prstGeom prst="arc">
            <a:avLst>
              <a:gd name="adj1" fmla="val 104733"/>
              <a:gd name="adj2" fmla="val 5784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47" name="弧形 46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 flipH="1">
            <a:off x="8949271" y="2451103"/>
            <a:ext cx="1850400" cy="1316569"/>
          </a:xfrm>
          <a:prstGeom prst="arc">
            <a:avLst>
              <a:gd name="adj1" fmla="val 21543391"/>
              <a:gd name="adj2" fmla="val 5784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49" name="弧形 48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 flipH="1">
            <a:off x="9241372" y="2476501"/>
            <a:ext cx="1317600" cy="1214968"/>
          </a:xfrm>
          <a:prstGeom prst="arc">
            <a:avLst>
              <a:gd name="adj1" fmla="val 104733"/>
              <a:gd name="adj2" fmla="val 57841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50" name="弧形 49">
            <a:extLst>
              <a:ext uri="{FF2B5EF4-FFF2-40B4-BE49-F238E27FC236}">
                <a16:creationId xmlns="" xmlns:a16="http://schemas.microsoft.com/office/drawing/2014/main" id="{542A0242-CB92-6DA7-ADFB-C56FEFB21844}"/>
              </a:ext>
            </a:extLst>
          </p:cNvPr>
          <p:cNvSpPr/>
          <p:nvPr/>
        </p:nvSpPr>
        <p:spPr>
          <a:xfrm rot="-19620000" flipH="1">
            <a:off x="9741583" y="1555197"/>
            <a:ext cx="1054801" cy="2181421"/>
          </a:xfrm>
          <a:prstGeom prst="arc">
            <a:avLst>
              <a:gd name="adj1" fmla="val 3945685"/>
              <a:gd name="adj2" fmla="val 629451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458200" y="3539067"/>
            <a:ext cx="732145" cy="22013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0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circle">
              <a:fillToRect l="50000" t="50000" r="50000" b="50000"/>
            </a:path>
            <a:tileRect/>
          </a:gradFill>
          <a:ln w="127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8449740" y="3517903"/>
            <a:ext cx="748921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 smtClean="0">
                <a:latin typeface="宋体" pitchFamily="2" charset="-122"/>
                <a:ea typeface="宋体" pitchFamily="2" charset="-122"/>
              </a:rPr>
              <a:t>气流死区</a:t>
            </a:r>
            <a:endParaRPr lang="zh-CN" altLang="en-US" sz="11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64" name="直接连接符 63"/>
          <p:cNvCxnSpPr/>
          <p:nvPr/>
        </p:nvCxnSpPr>
        <p:spPr>
          <a:xfrm rot="5400000">
            <a:off x="6703040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rot="5400000">
            <a:off x="6858731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rot="5400000">
            <a:off x="7014424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>
            <a:off x="7170118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rot="5400000">
            <a:off x="7325811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5400000">
            <a:off x="7481505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rot="5400000">
            <a:off x="7637195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rot="5400000">
            <a:off x="7792889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rot="5400000">
            <a:off x="7948582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rot="5400000">
            <a:off x="8104276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rot="5400000">
            <a:off x="8259969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rot="5400000">
            <a:off x="8415663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rot="5400000">
            <a:off x="8571354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rot="5400000">
            <a:off x="8727047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rot="5400000">
            <a:off x="8882741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rot="5400000">
            <a:off x="9038434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rot="5400000">
            <a:off x="9191730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rot="5400000">
            <a:off x="9345028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rot="5400000">
            <a:off x="9498326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rot="5400000">
            <a:off x="9651621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rot="5400000">
            <a:off x="9804919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rot="5400000">
            <a:off x="9958214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10111513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5400000">
            <a:off x="10264811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rot="5400000">
            <a:off x="10418106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rot="5400000">
            <a:off x="10571404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rot="5400000">
            <a:off x="10724705" y="3821037"/>
            <a:ext cx="115199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rot="5400000">
            <a:off x="9400453" y="3298145"/>
            <a:ext cx="183436" cy="6032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9302751" y="3660775"/>
            <a:ext cx="158749" cy="98425"/>
          </a:xfrm>
          <a:prstGeom prst="straightConnector1">
            <a:avLst/>
          </a:prstGeom>
          <a:ln>
            <a:solidFill>
              <a:srgbClr val="EF8B47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128125" y="3603625"/>
            <a:ext cx="312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 err="1" smtClean="0">
                <a:solidFill>
                  <a:srgbClr val="EF8B47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1100" i="1" baseline="-25000" dirty="0" err="1" smtClean="0">
                <a:solidFill>
                  <a:srgbClr val="EF8B47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zh-CN" altLang="en-US" sz="1100" i="1" dirty="0">
              <a:solidFill>
                <a:srgbClr val="EF8B4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07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="" xmlns:a16="http://schemas.microsoft.com/office/drawing/2014/main" id="{C750FDB7-B161-325A-6A93-6C5EF2D087DE}"/>
              </a:ext>
            </a:extLst>
          </p:cNvPr>
          <p:cNvGrpSpPr>
            <a:grpSpLocks noChangeAspect="1"/>
          </p:cNvGrpSpPr>
          <p:nvPr/>
        </p:nvGrpSpPr>
        <p:grpSpPr>
          <a:xfrm>
            <a:off x="3876676" y="1905002"/>
            <a:ext cx="5621777" cy="3860444"/>
            <a:chOff x="3876675" y="1905000"/>
            <a:chExt cx="4438650" cy="3048000"/>
          </a:xfrm>
        </p:grpSpPr>
        <p:pic>
          <p:nvPicPr>
            <p:cNvPr id="7" name="图片 6">
              <a:extLst>
                <a:ext uri="{FF2B5EF4-FFF2-40B4-BE49-F238E27FC236}">
                  <a16:creationId xmlns="" xmlns:a16="http://schemas.microsoft.com/office/drawing/2014/main" id="{977A11EC-0FC0-4B79-881E-A4C09075B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6675" y="1905000"/>
              <a:ext cx="4438650" cy="3048000"/>
            </a:xfrm>
            <a:prstGeom prst="rect">
              <a:avLst/>
            </a:prstGeom>
          </p:spPr>
        </p:pic>
        <p:cxnSp>
          <p:nvCxnSpPr>
            <p:cNvPr id="9" name="直接连接符 8">
              <a:extLst>
                <a:ext uri="{FF2B5EF4-FFF2-40B4-BE49-F238E27FC236}">
                  <a16:creationId xmlns="" xmlns:a16="http://schemas.microsoft.com/office/drawing/2014/main" id="{36E15160-09F5-FD93-D053-DCBD691FAB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7382" y="3375025"/>
              <a:ext cx="798512" cy="365125"/>
            </a:xfrm>
            <a:prstGeom prst="line">
              <a:avLst/>
            </a:prstGeom>
            <a:ln w="95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="" xmlns:a16="http://schemas.microsoft.com/office/drawing/2014/main" id="{3F22E1AF-0666-42BB-A2B9-1518589569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894" y="2652712"/>
              <a:ext cx="0" cy="722313"/>
            </a:xfrm>
            <a:prstGeom prst="straightConnector1">
              <a:avLst/>
            </a:prstGeom>
            <a:ln w="952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="" xmlns:a16="http://schemas.microsoft.com/office/drawing/2014/main" id="{0F79621E-13FA-DA9D-3EF0-9C1E4441327E}"/>
                </a:ext>
              </a:extLst>
            </p:cNvPr>
            <p:cNvCxnSpPr>
              <a:cxnSpLocks/>
            </p:cNvCxnSpPr>
            <p:nvPr/>
          </p:nvCxnSpPr>
          <p:spPr>
            <a:xfrm>
              <a:off x="6635893" y="3377406"/>
              <a:ext cx="696240" cy="23278"/>
            </a:xfrm>
            <a:prstGeom prst="straightConnector1">
              <a:avLst/>
            </a:prstGeom>
            <a:ln w="952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="" xmlns:a16="http://schemas.microsoft.com/office/drawing/2014/main" id="{4DEB9487-3E29-0CB9-302B-E6AEE54D93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0475" y="3375025"/>
              <a:ext cx="295418" cy="136525"/>
            </a:xfrm>
            <a:prstGeom prst="straightConnector1">
              <a:avLst/>
            </a:prstGeom>
            <a:ln w="952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="" xmlns:a16="http://schemas.microsoft.com/office/drawing/2014/main" id="{BD2E7AFF-C64B-3B14-5A65-39470BC96946}"/>
                </a:ext>
              </a:extLst>
            </p:cNvPr>
            <p:cNvSpPr txBox="1"/>
            <p:nvPr/>
          </p:nvSpPr>
          <p:spPr>
            <a:xfrm>
              <a:off x="7224516" y="3162401"/>
              <a:ext cx="345186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1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1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="" xmlns:a16="http://schemas.microsoft.com/office/drawing/2014/main" id="{FE1C8EC1-1C58-4CB4-B3E5-39D438767EA1}"/>
                </a:ext>
              </a:extLst>
            </p:cNvPr>
            <p:cNvSpPr txBox="1"/>
            <p:nvPr/>
          </p:nvSpPr>
          <p:spPr>
            <a:xfrm>
              <a:off x="6409230" y="2605241"/>
              <a:ext cx="351379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1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="" xmlns:a16="http://schemas.microsoft.com/office/drawing/2014/main" id="{DAD5AC5B-44C8-D9E8-52E4-A039454CD467}"/>
                </a:ext>
              </a:extLst>
            </p:cNvPr>
            <p:cNvSpPr txBox="1"/>
            <p:nvPr/>
          </p:nvSpPr>
          <p:spPr>
            <a:xfrm>
              <a:off x="6192505" y="3279738"/>
              <a:ext cx="317819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1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1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="" xmlns:a16="http://schemas.microsoft.com/office/drawing/2014/main" id="{AB8DAA5E-19E5-6DB0-E2DD-2BC807819E55}"/>
                </a:ext>
              </a:extLst>
            </p:cNvPr>
            <p:cNvSpPr txBox="1"/>
            <p:nvPr/>
          </p:nvSpPr>
          <p:spPr>
            <a:xfrm>
              <a:off x="6619480" y="3197415"/>
              <a:ext cx="371695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zh-CN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1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平行四边形 32">
              <a:extLst>
                <a:ext uri="{FF2B5EF4-FFF2-40B4-BE49-F238E27FC236}">
                  <a16:creationId xmlns="" xmlns:a16="http://schemas.microsoft.com/office/drawing/2014/main" id="{9D5E85FC-2267-2162-D22B-12296F539F17}"/>
                </a:ext>
              </a:extLst>
            </p:cNvPr>
            <p:cNvSpPr/>
            <p:nvPr/>
          </p:nvSpPr>
          <p:spPr>
            <a:xfrm rot="60000">
              <a:off x="6192442" y="3633713"/>
              <a:ext cx="671078" cy="76674"/>
            </a:xfrm>
            <a:prstGeom prst="parallelogram">
              <a:avLst>
                <a:gd name="adj" fmla="val 217308"/>
              </a:avLst>
            </a:prstGeom>
            <a:noFill/>
            <a:ln w="9525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="" xmlns:a16="http://schemas.microsoft.com/office/drawing/2014/main" id="{0289C654-C863-EA90-2CC4-530CC23D7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1628" y="3320176"/>
              <a:ext cx="0" cy="351874"/>
            </a:xfrm>
            <a:prstGeom prst="straightConnector1">
              <a:avLst/>
            </a:prstGeom>
            <a:ln w="12700">
              <a:solidFill>
                <a:srgbClr val="05CD1D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="" xmlns:a16="http://schemas.microsoft.com/office/drawing/2014/main" id="{01256536-8F7D-3399-1AD0-A7FDEFBC411A}"/>
                </a:ext>
              </a:extLst>
            </p:cNvPr>
            <p:cNvSpPr/>
            <p:nvPr/>
          </p:nvSpPr>
          <p:spPr>
            <a:xfrm>
              <a:off x="6514628" y="3643447"/>
              <a:ext cx="54000" cy="54000"/>
            </a:xfrm>
            <a:prstGeom prst="ellipse">
              <a:avLst/>
            </a:prstGeom>
            <a:solidFill>
              <a:srgbClr val="05CD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="" xmlns:a16="http://schemas.microsoft.com/office/drawing/2014/main" id="{9EB2EC6F-4CD3-0188-313D-5FD035B34208}"/>
                </a:ext>
              </a:extLst>
            </p:cNvPr>
            <p:cNvSpPr txBox="1"/>
            <p:nvPr/>
          </p:nvSpPr>
          <p:spPr>
            <a:xfrm>
              <a:off x="6489787" y="3335759"/>
              <a:ext cx="337013" cy="206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i="1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lang="en-US" altLang="zh-CN" sz="1100" i="1" baseline="-25000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1100" dirty="0">
                <a:solidFill>
                  <a:srgbClr val="05CD1D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="" xmlns:a16="http://schemas.microsoft.com/office/drawing/2014/main" id="{41418DE9-8544-E925-519D-7B387354AA10}"/>
                </a:ext>
              </a:extLst>
            </p:cNvPr>
            <p:cNvSpPr txBox="1"/>
            <p:nvPr/>
          </p:nvSpPr>
          <p:spPr>
            <a:xfrm>
              <a:off x="6465753" y="3656946"/>
              <a:ext cx="399964" cy="206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i="1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1100" i="1" baseline="-25000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cs1</a:t>
              </a:r>
              <a:endParaRPr lang="zh-CN" altLang="en-US" sz="1100" dirty="0">
                <a:solidFill>
                  <a:srgbClr val="05CD1D"/>
                </a:solidFill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="" xmlns:a16="http://schemas.microsoft.com/office/drawing/2014/main" id="{70A7008E-3DC1-AE96-FB5E-B0F8F69012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6625" y="3659188"/>
              <a:ext cx="525003" cy="10331"/>
            </a:xfrm>
            <a:prstGeom prst="straightConnector1">
              <a:avLst/>
            </a:prstGeom>
            <a:ln w="9525">
              <a:solidFill>
                <a:srgbClr val="2400FE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="" xmlns:a16="http://schemas.microsoft.com/office/drawing/2014/main" id="{0EAA0F68-22A7-0FD9-7F24-ABBC101B52AF}"/>
                </a:ext>
              </a:extLst>
            </p:cNvPr>
            <p:cNvSpPr txBox="1"/>
            <p:nvPr/>
          </p:nvSpPr>
          <p:spPr>
            <a:xfrm>
              <a:off x="6083859" y="3661765"/>
              <a:ext cx="212882" cy="206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i="1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100" i="1" baseline="-25000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i="1" baseline="-25000" dirty="0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="" xmlns:a16="http://schemas.microsoft.com/office/drawing/2014/main" id="{37714E96-8C7F-A754-0BBE-672AA1699306}"/>
                </a:ext>
              </a:extLst>
            </p:cNvPr>
            <p:cNvCxnSpPr>
              <a:cxnSpLocks/>
            </p:cNvCxnSpPr>
            <p:nvPr/>
          </p:nvCxnSpPr>
          <p:spPr>
            <a:xfrm>
              <a:off x="6878639" y="3637965"/>
              <a:ext cx="563552" cy="5483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="" xmlns:a16="http://schemas.microsoft.com/office/drawing/2014/main" id="{384C1F84-10EC-8C55-6553-051D0484538D}"/>
                </a:ext>
              </a:extLst>
            </p:cNvPr>
            <p:cNvSpPr txBox="1"/>
            <p:nvPr/>
          </p:nvSpPr>
          <p:spPr>
            <a:xfrm>
              <a:off x="7284100" y="3434474"/>
              <a:ext cx="345186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="" xmlns:a16="http://schemas.microsoft.com/office/drawing/2014/main" id="{28BCB78D-86EE-07B6-4747-E587A607D592}"/>
                </a:ext>
              </a:extLst>
            </p:cNvPr>
            <p:cNvSpPr txBox="1"/>
            <p:nvPr/>
          </p:nvSpPr>
          <p:spPr>
            <a:xfrm>
              <a:off x="6113405" y="4677134"/>
              <a:ext cx="345186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="" xmlns:a16="http://schemas.microsoft.com/office/drawing/2014/main" id="{5768D068-B05D-3B31-5A00-AC5FF346A493}"/>
                </a:ext>
              </a:extLst>
            </p:cNvPr>
            <p:cNvSpPr txBox="1"/>
            <p:nvPr/>
          </p:nvSpPr>
          <p:spPr>
            <a:xfrm>
              <a:off x="4764991" y="3373002"/>
              <a:ext cx="345186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="" xmlns:a16="http://schemas.microsoft.com/office/drawing/2014/main" id="{B31D3492-BA50-FEA8-D074-FDC910FDA00B}"/>
                </a:ext>
              </a:extLst>
            </p:cNvPr>
            <p:cNvSpPr txBox="1"/>
            <p:nvPr/>
          </p:nvSpPr>
          <p:spPr>
            <a:xfrm>
              <a:off x="5868130" y="2330011"/>
              <a:ext cx="345186" cy="206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="" xmlns:a16="http://schemas.microsoft.com/office/drawing/2014/main" id="{8328B0A6-A387-43EB-AD15-4609310D651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362700"/>
              <a:ext cx="0" cy="486547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="" xmlns:a16="http://schemas.microsoft.com/office/drawing/2014/main" id="{02A4136E-64A9-DD46-876A-D374546056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7954" y="3581982"/>
              <a:ext cx="540776" cy="17436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="" xmlns:a16="http://schemas.microsoft.com/office/drawing/2014/main" id="{00C7C493-D137-2C64-43CC-89EE5251F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5762" y="2376280"/>
              <a:ext cx="0" cy="506345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1" name="直接箭头连接符 80">
            <a:extLst>
              <a:ext uri="{FF2B5EF4-FFF2-40B4-BE49-F238E27FC236}">
                <a16:creationId xmlns="" xmlns:a16="http://schemas.microsoft.com/office/drawing/2014/main" id="{C42F852C-B08E-155B-09BA-2A1E544FDC11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7265136" y="3796774"/>
            <a:ext cx="791068" cy="343083"/>
          </a:xfrm>
          <a:prstGeom prst="straightConnector1">
            <a:avLst/>
          </a:prstGeom>
          <a:ln w="9525">
            <a:solidFill>
              <a:srgbClr val="2400FE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="" xmlns:a16="http://schemas.microsoft.com/office/drawing/2014/main" id="{C20DA788-AEC5-EB74-E21C-CEC438D12833}"/>
              </a:ext>
            </a:extLst>
          </p:cNvPr>
          <p:cNvSpPr txBox="1"/>
          <p:nvPr/>
        </p:nvSpPr>
        <p:spPr>
          <a:xfrm>
            <a:off x="7742231" y="3849790"/>
            <a:ext cx="269624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en-US" altLang="zh-CN" sz="1100" i="1" dirty="0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100" i="1" baseline="-25000" dirty="0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100" i="1" baseline="-25000" dirty="0">
              <a:solidFill>
                <a:srgbClr val="2400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7259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>
            <a:extLst>
              <a:ext uri="{FF2B5EF4-FFF2-40B4-BE49-F238E27FC236}">
                <a16:creationId xmlns="" xmlns:a16="http://schemas.microsoft.com/office/drawing/2014/main" id="{72D7A1A0-E2DE-C9A0-91C6-4AC62BC4FA29}"/>
              </a:ext>
            </a:extLst>
          </p:cNvPr>
          <p:cNvGrpSpPr>
            <a:grpSpLocks noChangeAspect="1"/>
          </p:cNvGrpSpPr>
          <p:nvPr/>
        </p:nvGrpSpPr>
        <p:grpSpPr>
          <a:xfrm>
            <a:off x="4014266" y="1471377"/>
            <a:ext cx="3698874" cy="2540001"/>
            <a:chOff x="4014261" y="1471375"/>
            <a:chExt cx="3698875" cy="2540000"/>
          </a:xfrm>
        </p:grpSpPr>
        <p:pic>
          <p:nvPicPr>
            <p:cNvPr id="102" name="图片 101">
              <a:extLst>
                <a:ext uri="{FF2B5EF4-FFF2-40B4-BE49-F238E27FC236}">
                  <a16:creationId xmlns="" xmlns:a16="http://schemas.microsoft.com/office/drawing/2014/main" id="{9A555829-7B36-2DC9-1F80-FF94BD24F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14261" y="1471375"/>
              <a:ext cx="3698875" cy="2540000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="" xmlns:a16="http://schemas.microsoft.com/office/drawing/2014/main" id="{D2B4971B-1D2C-86C0-1778-8DDA20BE5A26}"/>
                </a:ext>
              </a:extLst>
            </p:cNvPr>
            <p:cNvGrpSpPr/>
            <p:nvPr/>
          </p:nvGrpSpPr>
          <p:grpSpPr>
            <a:xfrm>
              <a:off x="5328336" y="1809210"/>
              <a:ext cx="1243856" cy="1568057"/>
              <a:chOff x="5328336" y="1809210"/>
              <a:chExt cx="1243856" cy="1568057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="" xmlns:a16="http://schemas.microsoft.com/office/drawing/2014/main" id="{7BF0C4C7-8544-CB9B-CF16-4EE255E89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91308" y="2477829"/>
                <a:ext cx="558913" cy="724786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="" xmlns:a16="http://schemas.microsoft.com/office/drawing/2014/main" id="{DC5D358B-81C9-B18F-E49D-7E02CA377F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9455" y="1996444"/>
                <a:ext cx="68537" cy="489621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="" xmlns:a16="http://schemas.microsoft.com/office/drawing/2014/main" id="{F422145E-AC16-18FD-359D-A5439B5310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95806" y="2024163"/>
                <a:ext cx="806400" cy="455783"/>
              </a:xfrm>
              <a:prstGeom prst="straightConnector1">
                <a:avLst/>
              </a:prstGeom>
              <a:ln w="952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id="{B26FFFDB-6F6F-08E0-3ABE-EAD78DEB8591}"/>
                  </a:ext>
                </a:extLst>
              </p:cNvPr>
              <p:cNvSpPr txBox="1"/>
              <p:nvPr/>
            </p:nvSpPr>
            <p:spPr>
              <a:xfrm>
                <a:off x="5328336" y="1809210"/>
                <a:ext cx="5353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100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1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</a:t>
                </a:r>
                <a:r>
                  <a:rPr lang="en-US" altLang="zh-CN" sz="1100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1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="" xmlns:a16="http://schemas.microsoft.com/office/drawing/2014/main" id="{D9B1A52C-7AC6-68B1-E2A1-CD036580151B}"/>
                  </a:ext>
                </a:extLst>
              </p:cNvPr>
              <p:cNvSpPr txBox="1"/>
              <p:nvPr/>
            </p:nvSpPr>
            <p:spPr>
              <a:xfrm>
                <a:off x="6220813" y="1836649"/>
                <a:ext cx="35137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1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="" xmlns:a16="http://schemas.microsoft.com/office/drawing/2014/main" id="{8B001DF0-B12F-B84A-77E2-F93123602AB0}"/>
                  </a:ext>
                </a:extLst>
              </p:cNvPr>
              <p:cNvSpPr txBox="1"/>
              <p:nvPr/>
            </p:nvSpPr>
            <p:spPr>
              <a:xfrm>
                <a:off x="5991514" y="3115657"/>
                <a:ext cx="3178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1100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CN" altLang="en-US" sz="11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" name="直接箭头连接符 18">
              <a:extLst>
                <a:ext uri="{FF2B5EF4-FFF2-40B4-BE49-F238E27FC236}">
                  <a16:creationId xmlns="" xmlns:a16="http://schemas.microsoft.com/office/drawing/2014/main" id="{AB8ED5D3-A889-6474-BD80-6BF232E5B7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66449" y="2296244"/>
              <a:ext cx="425356" cy="19452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="" xmlns:a16="http://schemas.microsoft.com/office/drawing/2014/main" id="{D8B6F80F-26AC-E5C6-8F85-14F3EAF106DE}"/>
                </a:ext>
              </a:extLst>
            </p:cNvPr>
            <p:cNvSpPr txBox="1"/>
            <p:nvPr/>
          </p:nvSpPr>
          <p:spPr>
            <a:xfrm>
              <a:off x="4844412" y="2082148"/>
              <a:ext cx="345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="" xmlns:a16="http://schemas.microsoft.com/office/drawing/2014/main" id="{CA8FF4F7-A6A1-8374-1390-6A7DED878F13}"/>
                </a:ext>
              </a:extLst>
            </p:cNvPr>
            <p:cNvCxnSpPr>
              <a:cxnSpLocks/>
            </p:cNvCxnSpPr>
            <p:nvPr/>
          </p:nvCxnSpPr>
          <p:spPr>
            <a:xfrm>
              <a:off x="5492511" y="2485006"/>
              <a:ext cx="841" cy="90000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="" xmlns:a16="http://schemas.microsoft.com/office/drawing/2014/main" id="{6CB21315-807F-7677-5150-F0A5AE733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396" y="2296421"/>
              <a:ext cx="465355" cy="18458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="" xmlns:a16="http://schemas.microsoft.com/office/drawing/2014/main" id="{1A0D958F-B1DA-5969-C27A-31C80FD0D4DB}"/>
                </a:ext>
              </a:extLst>
            </p:cNvPr>
            <p:cNvSpPr txBox="1"/>
            <p:nvPr/>
          </p:nvSpPr>
          <p:spPr>
            <a:xfrm>
              <a:off x="5085966" y="3307734"/>
              <a:ext cx="538768" cy="374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1100" i="1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(Z</a:t>
              </a:r>
              <a:r>
                <a:rPr lang="en-US" altLang="zh-CN" sz="1100" i="1" baseline="-25000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100" i="1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100" i="1" baseline="-25000" dirty="0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="" xmlns:a16="http://schemas.microsoft.com/office/drawing/2014/main" id="{4A45C5CE-50FE-AF29-E123-9F26F143F393}"/>
                </a:ext>
              </a:extLst>
            </p:cNvPr>
            <p:cNvSpPr txBox="1"/>
            <p:nvPr/>
          </p:nvSpPr>
          <p:spPr>
            <a:xfrm>
              <a:off x="5838874" y="2244550"/>
              <a:ext cx="345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1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="" xmlns:a16="http://schemas.microsoft.com/office/drawing/2014/main" id="{3B9ED61A-0964-CEFD-658A-F3BDC777D279}"/>
                </a:ext>
              </a:extLst>
            </p:cNvPr>
            <p:cNvSpPr/>
            <p:nvPr/>
          </p:nvSpPr>
          <p:spPr>
            <a:xfrm rot="-180000">
              <a:off x="5388606" y="1493506"/>
              <a:ext cx="211125" cy="1985581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="" xmlns:a16="http://schemas.microsoft.com/office/drawing/2014/main" id="{446ED9EC-5A0B-072B-7AC2-EA9766262A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2101" y="2270384"/>
              <a:ext cx="93600" cy="212505"/>
            </a:xfrm>
            <a:prstGeom prst="straightConnector1">
              <a:avLst/>
            </a:prstGeom>
            <a:ln w="9525">
              <a:solidFill>
                <a:srgbClr val="2400FE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="" xmlns:a16="http://schemas.microsoft.com/office/drawing/2014/main" id="{DC3D65B6-F3EB-7378-84F3-2837573DA0CC}"/>
                </a:ext>
              </a:extLst>
            </p:cNvPr>
            <p:cNvSpPr txBox="1"/>
            <p:nvPr/>
          </p:nvSpPr>
          <p:spPr>
            <a:xfrm>
              <a:off x="5489456" y="2004145"/>
              <a:ext cx="345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100" i="1" baseline="-25000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椭圆 60">
              <a:extLst>
                <a:ext uri="{FF2B5EF4-FFF2-40B4-BE49-F238E27FC236}">
                  <a16:creationId xmlns="" xmlns:a16="http://schemas.microsoft.com/office/drawing/2014/main" id="{1F924B5B-3EB9-12D6-4A2B-EE7C281A2FA0}"/>
                </a:ext>
              </a:extLst>
            </p:cNvPr>
            <p:cNvSpPr/>
            <p:nvPr/>
          </p:nvSpPr>
          <p:spPr>
            <a:xfrm>
              <a:off x="4512422" y="1663700"/>
              <a:ext cx="1966912" cy="168256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="" xmlns:a16="http://schemas.microsoft.com/office/drawing/2014/main" id="{325AEBE6-D4B7-5D03-2F08-A7F10AAD8946}"/>
                </a:ext>
              </a:extLst>
            </p:cNvPr>
            <p:cNvCxnSpPr>
              <a:cxnSpLocks/>
            </p:cNvCxnSpPr>
            <p:nvPr/>
          </p:nvCxnSpPr>
          <p:spPr>
            <a:xfrm>
              <a:off x="5495562" y="2489007"/>
              <a:ext cx="90955" cy="853200"/>
            </a:xfrm>
            <a:prstGeom prst="straightConnector1">
              <a:avLst/>
            </a:prstGeom>
            <a:ln w="9525">
              <a:solidFill>
                <a:schemeClr val="accent2">
                  <a:alpha val="98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>
              <a:extLst>
                <a:ext uri="{FF2B5EF4-FFF2-40B4-BE49-F238E27FC236}">
                  <a16:creationId xmlns="" xmlns:a16="http://schemas.microsoft.com/office/drawing/2014/main" id="{00E6B37C-34C3-4E8C-9A3B-44743238E5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171" y="2433133"/>
              <a:ext cx="986400" cy="51110"/>
            </a:xfrm>
            <a:prstGeom prst="straightConnector1">
              <a:avLst/>
            </a:prstGeom>
            <a:ln w="9525">
              <a:solidFill>
                <a:srgbClr val="2400FE">
                  <a:alpha val="98000"/>
                </a:srgb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="" xmlns:a16="http://schemas.microsoft.com/office/drawing/2014/main" id="{FF93B5E2-D960-725D-A118-895041F56401}"/>
                </a:ext>
              </a:extLst>
            </p:cNvPr>
            <p:cNvSpPr txBox="1"/>
            <p:nvPr/>
          </p:nvSpPr>
          <p:spPr>
            <a:xfrm>
              <a:off x="6426267" y="2298702"/>
              <a:ext cx="4952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100" i="1" baseline="-25000" dirty="0">
                  <a:solidFill>
                    <a:srgbClr val="2400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(Y</a:t>
              </a:r>
              <a:r>
                <a:rPr lang="en-US" altLang="zh-CN" sz="1100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1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="" xmlns:a16="http://schemas.microsoft.com/office/drawing/2014/main" id="{7F288727-2E8B-8111-ED0D-15358632FC98}"/>
                </a:ext>
              </a:extLst>
            </p:cNvPr>
            <p:cNvSpPr txBox="1"/>
            <p:nvPr/>
          </p:nvSpPr>
          <p:spPr>
            <a:xfrm>
              <a:off x="5533547" y="3007482"/>
              <a:ext cx="345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100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i="1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椭圆 127">
              <a:extLst>
                <a:ext uri="{FF2B5EF4-FFF2-40B4-BE49-F238E27FC236}">
                  <a16:creationId xmlns="" xmlns:a16="http://schemas.microsoft.com/office/drawing/2014/main" id="{52F937E3-0D53-72D2-9C63-CE322B22E6E2}"/>
                </a:ext>
              </a:extLst>
            </p:cNvPr>
            <p:cNvSpPr/>
            <p:nvPr/>
          </p:nvSpPr>
          <p:spPr>
            <a:xfrm>
              <a:off x="4512422" y="2276151"/>
              <a:ext cx="1966912" cy="40458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弧形 132">
              <a:extLst>
                <a:ext uri="{FF2B5EF4-FFF2-40B4-BE49-F238E27FC236}">
                  <a16:creationId xmlns="" xmlns:a16="http://schemas.microsoft.com/office/drawing/2014/main" id="{3826692E-46C4-D31D-AA4E-4ADC5384E369}"/>
                </a:ext>
              </a:extLst>
            </p:cNvPr>
            <p:cNvSpPr/>
            <p:nvPr/>
          </p:nvSpPr>
          <p:spPr>
            <a:xfrm>
              <a:off x="4510889" y="2276112"/>
              <a:ext cx="1965600" cy="403200"/>
            </a:xfrm>
            <a:prstGeom prst="arc">
              <a:avLst>
                <a:gd name="adj1" fmla="val 12190355"/>
                <a:gd name="adj2" fmla="val 17556609"/>
              </a:avLst>
            </a:prstGeom>
            <a:ln w="12700">
              <a:solidFill>
                <a:srgbClr val="05CD1D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5CD1D"/>
                </a:solidFill>
              </a:endParaRPr>
            </a:p>
          </p:txBody>
        </p:sp>
        <p:sp>
          <p:nvSpPr>
            <p:cNvPr id="137" name="弧形 136">
              <a:extLst>
                <a:ext uri="{FF2B5EF4-FFF2-40B4-BE49-F238E27FC236}">
                  <a16:creationId xmlns="" xmlns:a16="http://schemas.microsoft.com/office/drawing/2014/main" id="{A862D449-9A86-BD8C-916F-64ED919BB36C}"/>
                </a:ext>
              </a:extLst>
            </p:cNvPr>
            <p:cNvSpPr/>
            <p:nvPr/>
          </p:nvSpPr>
          <p:spPr>
            <a:xfrm rot="-180000">
              <a:off x="5388780" y="1490363"/>
              <a:ext cx="212400" cy="1987200"/>
            </a:xfrm>
            <a:prstGeom prst="arc">
              <a:avLst>
                <a:gd name="adj1" fmla="val 5189843"/>
                <a:gd name="adj2" fmla="val 5578642"/>
              </a:avLst>
            </a:prstGeom>
            <a:ln w="12700">
              <a:solidFill>
                <a:srgbClr val="05CD1D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弧形 138">
              <a:extLst>
                <a:ext uri="{FF2B5EF4-FFF2-40B4-BE49-F238E27FC236}">
                  <a16:creationId xmlns="" xmlns:a16="http://schemas.microsoft.com/office/drawing/2014/main" id="{6DE5E093-4476-AA3A-CD2B-FD18C9DBC5CC}"/>
                </a:ext>
              </a:extLst>
            </p:cNvPr>
            <p:cNvSpPr/>
            <p:nvPr/>
          </p:nvSpPr>
          <p:spPr>
            <a:xfrm>
              <a:off x="4516130" y="1664746"/>
              <a:ext cx="1965600" cy="1681200"/>
            </a:xfrm>
            <a:prstGeom prst="arc">
              <a:avLst>
                <a:gd name="adj1" fmla="val 19761573"/>
                <a:gd name="adj2" fmla="val 21320255"/>
              </a:avLst>
            </a:prstGeom>
            <a:ln w="12700">
              <a:solidFill>
                <a:srgbClr val="05CD1D"/>
              </a:solidFill>
              <a:head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="" xmlns:a16="http://schemas.microsoft.com/office/drawing/2014/main" id="{CB8264E1-919B-FB54-9102-55D12E4D781E}"/>
                </a:ext>
              </a:extLst>
            </p:cNvPr>
            <p:cNvSpPr txBox="1"/>
            <p:nvPr/>
          </p:nvSpPr>
          <p:spPr>
            <a:xfrm>
              <a:off x="6370727" y="2074934"/>
              <a:ext cx="380592" cy="318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aseline="-25000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roll</a:t>
              </a:r>
            </a:p>
            <a:p>
              <a:endParaRPr lang="zh-CN" altLang="en-US" sz="1100" baseline="-25000" dirty="0">
                <a:solidFill>
                  <a:srgbClr val="05CD1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="" xmlns:a16="http://schemas.microsoft.com/office/drawing/2014/main" id="{97D0F730-4D31-64DE-7B7A-7000C41EB712}"/>
                </a:ext>
              </a:extLst>
            </p:cNvPr>
            <p:cNvSpPr txBox="1"/>
            <p:nvPr/>
          </p:nvSpPr>
          <p:spPr>
            <a:xfrm>
              <a:off x="5099616" y="2063867"/>
              <a:ext cx="380592" cy="318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aseline="-25000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yaw</a:t>
              </a:r>
            </a:p>
            <a:p>
              <a:endParaRPr lang="zh-CN" altLang="en-US" sz="1100" baseline="-25000" dirty="0">
                <a:solidFill>
                  <a:srgbClr val="05CD1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="" xmlns:a16="http://schemas.microsoft.com/office/drawing/2014/main" id="{CF1A3EE7-D8CA-17E0-530C-57374AEF500A}"/>
                </a:ext>
              </a:extLst>
            </p:cNvPr>
            <p:cNvSpPr txBox="1"/>
            <p:nvPr/>
          </p:nvSpPr>
          <p:spPr>
            <a:xfrm>
              <a:off x="5509001" y="3344554"/>
              <a:ext cx="380592" cy="318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aseline="-25000" dirty="0">
                  <a:solidFill>
                    <a:srgbClr val="05CD1D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pitch</a:t>
              </a:r>
            </a:p>
            <a:p>
              <a:endParaRPr lang="zh-CN" altLang="en-US" sz="1100" baseline="-25000" dirty="0">
                <a:solidFill>
                  <a:srgbClr val="05CD1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8070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DE895DB7-5DAC-04A3-A3F4-70DBBCCC8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32" y="889002"/>
            <a:ext cx="3698874" cy="2540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="" xmlns:a16="http://schemas.microsoft.com/office/drawing/2014/main" id="{0C608081-CD11-B8D7-C574-963063A382C8}"/>
              </a:ext>
            </a:extLst>
          </p:cNvPr>
          <p:cNvCxnSpPr>
            <a:cxnSpLocks/>
          </p:cNvCxnSpPr>
          <p:nvPr/>
        </p:nvCxnSpPr>
        <p:spPr>
          <a:xfrm>
            <a:off x="4637621" y="2159001"/>
            <a:ext cx="78846" cy="1092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6">
            <a:extLst>
              <a:ext uri="{FF2B5EF4-FFF2-40B4-BE49-F238E27FC236}">
                <a16:creationId xmlns="" xmlns:a16="http://schemas.microsoft.com/office/drawing/2014/main" id="{29E80182-B6DA-AAAD-9087-7CCAF957DCCC}"/>
              </a:ext>
            </a:extLst>
          </p:cNvPr>
          <p:cNvSpPr/>
          <p:nvPr/>
        </p:nvSpPr>
        <p:spPr>
          <a:xfrm>
            <a:off x="3667846" y="2397970"/>
            <a:ext cx="907199" cy="2170014"/>
          </a:xfrm>
          <a:prstGeom prst="arc">
            <a:avLst>
              <a:gd name="adj1" fmla="val 17581699"/>
              <a:gd name="adj2" fmla="val 201250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>
            <a:extLst>
              <a:ext uri="{FF2B5EF4-FFF2-40B4-BE49-F238E27FC236}">
                <a16:creationId xmlns="" xmlns:a16="http://schemas.microsoft.com/office/drawing/2014/main" id="{54B02E9D-D1FB-8C2B-37CB-E3240C1DD474}"/>
              </a:ext>
            </a:extLst>
          </p:cNvPr>
          <p:cNvSpPr/>
          <p:nvPr/>
        </p:nvSpPr>
        <p:spPr>
          <a:xfrm flipH="1">
            <a:off x="4419535" y="2132921"/>
            <a:ext cx="593854" cy="840531"/>
          </a:xfrm>
          <a:prstGeom prst="arc">
            <a:avLst>
              <a:gd name="adj1" fmla="val 19668291"/>
              <a:gd name="adj2" fmla="val 2021358"/>
            </a:avLst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>
            <a:extLst>
              <a:ext uri="{FF2B5EF4-FFF2-40B4-BE49-F238E27FC236}">
                <a16:creationId xmlns="" xmlns:a16="http://schemas.microsoft.com/office/drawing/2014/main" id="{29021A56-2C3B-7CBC-5842-190B036E8F8C}"/>
              </a:ext>
            </a:extLst>
          </p:cNvPr>
          <p:cNvSpPr/>
          <p:nvPr/>
        </p:nvSpPr>
        <p:spPr>
          <a:xfrm>
            <a:off x="3960813" y="1809074"/>
            <a:ext cx="501584" cy="840531"/>
          </a:xfrm>
          <a:prstGeom prst="arc">
            <a:avLst>
              <a:gd name="adj1" fmla="val 20966386"/>
              <a:gd name="adj2" fmla="val 2021358"/>
            </a:avLst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20" rIns="91439" bIns="45720"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="" xmlns:a16="http://schemas.microsoft.com/office/drawing/2014/main" id="{BE8A3478-8F4D-DAC0-ABA9-3C5A428A779D}"/>
              </a:ext>
            </a:extLst>
          </p:cNvPr>
          <p:cNvCxnSpPr>
            <a:cxnSpLocks/>
          </p:cNvCxnSpPr>
          <p:nvPr/>
        </p:nvCxnSpPr>
        <p:spPr>
          <a:xfrm flipV="1">
            <a:off x="4226000" y="1071034"/>
            <a:ext cx="0" cy="2142067"/>
          </a:xfrm>
          <a:prstGeom prst="line">
            <a:avLst/>
          </a:prstGeom>
          <a:ln w="95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2692DC3D-5100-EAB3-92FD-9BB7FBD736C0}"/>
              </a:ext>
            </a:extLst>
          </p:cNvPr>
          <p:cNvSpPr txBox="1"/>
          <p:nvPr/>
        </p:nvSpPr>
        <p:spPr>
          <a:xfrm>
            <a:off x="3667850" y="2951723"/>
            <a:ext cx="607857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机体轴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="" xmlns:a16="http://schemas.microsoft.com/office/drawing/2014/main" id="{4D2EC6EB-EA8C-CE8A-E7D9-50EA757F75FF}"/>
              </a:ext>
            </a:extLst>
          </p:cNvPr>
          <p:cNvGrpSpPr/>
          <p:nvPr/>
        </p:nvGrpSpPr>
        <p:grpSpPr>
          <a:xfrm rot="15496984">
            <a:off x="4149417" y="2416276"/>
            <a:ext cx="68394" cy="477833"/>
            <a:chOff x="7217777" y="3697392"/>
            <a:chExt cx="68394" cy="477834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="" xmlns:a16="http://schemas.microsoft.com/office/drawing/2014/main" id="{4800458A-FCE0-E6AF-70F1-13B107236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1974" y="3697392"/>
              <a:ext cx="0" cy="445666"/>
            </a:xfrm>
            <a:prstGeom prst="straightConnector1">
              <a:avLst/>
            </a:prstGeom>
            <a:ln w="12700">
              <a:solidFill>
                <a:srgbClr val="05CD1D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="" xmlns:a16="http://schemas.microsoft.com/office/drawing/2014/main" id="{0D9225DA-D0FE-F4DD-BC43-231B9DC1BFA8}"/>
                </a:ext>
              </a:extLst>
            </p:cNvPr>
            <p:cNvSpPr/>
            <p:nvPr/>
          </p:nvSpPr>
          <p:spPr>
            <a:xfrm>
              <a:off x="7217777" y="4106832"/>
              <a:ext cx="68394" cy="68394"/>
            </a:xfrm>
            <a:prstGeom prst="ellipse">
              <a:avLst/>
            </a:prstGeom>
            <a:solidFill>
              <a:srgbClr val="05CD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="" xmlns:a16="http://schemas.microsoft.com/office/drawing/2014/main" id="{774D113F-B065-2DB8-CC60-00E02EC815D9}"/>
              </a:ext>
            </a:extLst>
          </p:cNvPr>
          <p:cNvSpPr txBox="1"/>
          <p:nvPr/>
        </p:nvSpPr>
        <p:spPr>
          <a:xfrm>
            <a:off x="3704966" y="2462025"/>
            <a:ext cx="426844" cy="261610"/>
          </a:xfrm>
          <a:prstGeom prst="rect">
            <a:avLst/>
          </a:prstGeom>
          <a:noFill/>
        </p:spPr>
        <p:txBody>
          <a:bodyPr wrap="square" lIns="91439" tIns="45720" rIns="91439" bIns="45720">
            <a:spAutoFit/>
          </a:bodyPr>
          <a:lstStyle/>
          <a:p>
            <a:r>
              <a:rPr lang="en-US" altLang="zh-CN" sz="1100" i="1" dirty="0" err="1">
                <a:solidFill>
                  <a:srgbClr val="05CD1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100" i="1" baseline="-25000" dirty="0" err="1">
                <a:solidFill>
                  <a:srgbClr val="05CD1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</a:t>
            </a:r>
            <a:endParaRPr lang="zh-CN" altLang="en-US" sz="1100" dirty="0">
              <a:solidFill>
                <a:srgbClr val="05CD1D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="" xmlns:a16="http://schemas.microsoft.com/office/drawing/2014/main" id="{96A5CC49-91AF-9F7A-FF4C-C590A2FDEC14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4227231" y="2473880"/>
            <a:ext cx="156833" cy="133703"/>
          </a:xfrm>
          <a:prstGeom prst="straightConnector1">
            <a:avLst/>
          </a:prstGeom>
          <a:ln>
            <a:solidFill>
              <a:srgbClr val="2400FE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="" xmlns:a16="http://schemas.microsoft.com/office/drawing/2014/main" id="{CF1D2BDD-6EAC-FCB8-7B20-621E4A23A54F}"/>
              </a:ext>
            </a:extLst>
          </p:cNvPr>
          <p:cNvSpPr txBox="1"/>
          <p:nvPr/>
        </p:nvSpPr>
        <p:spPr>
          <a:xfrm>
            <a:off x="4174584" y="2259035"/>
            <a:ext cx="403358" cy="261610"/>
          </a:xfrm>
          <a:prstGeom prst="rect">
            <a:avLst/>
          </a:prstGeom>
          <a:noFill/>
        </p:spPr>
        <p:txBody>
          <a:bodyPr wrap="square" lIns="91439" tIns="45720" rIns="91439" bIns="45720" rtlCol="0">
            <a:spAutoFit/>
          </a:bodyPr>
          <a:lstStyle/>
          <a:p>
            <a:r>
              <a:rPr lang="en-US" altLang="zh-CN" sz="1100" i="1" dirty="0" err="1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100" i="1" baseline="-25000" dirty="0" err="1">
                <a:solidFill>
                  <a:srgbClr val="24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endParaRPr lang="zh-CN" altLang="en-US" sz="1100" i="1" baseline="-25000" dirty="0">
              <a:solidFill>
                <a:srgbClr val="2400F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="" xmlns:a16="http://schemas.microsoft.com/office/drawing/2014/main" id="{99AC07C8-CD93-4521-CDDD-F5736F99A902}"/>
              </a:ext>
            </a:extLst>
          </p:cNvPr>
          <p:cNvCxnSpPr>
            <a:cxnSpLocks/>
          </p:cNvCxnSpPr>
          <p:nvPr/>
        </p:nvCxnSpPr>
        <p:spPr>
          <a:xfrm>
            <a:off x="4759240" y="2435927"/>
            <a:ext cx="39599" cy="569637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B56CD260-6800-E4FB-03E4-C2FF0C3ED3DD}"/>
              </a:ext>
            </a:extLst>
          </p:cNvPr>
          <p:cNvSpPr txBox="1"/>
          <p:nvPr/>
        </p:nvSpPr>
        <p:spPr>
          <a:xfrm>
            <a:off x="4750273" y="2729112"/>
            <a:ext cx="301684" cy="261610"/>
          </a:xfrm>
          <a:prstGeom prst="rect">
            <a:avLst/>
          </a:prstGeom>
          <a:noFill/>
        </p:spPr>
        <p:txBody>
          <a:bodyPr wrap="none" lIns="91439" tIns="45720" rIns="91439" bIns="45720" rtlCol="0">
            <a:spAutoFit/>
          </a:bodyPr>
          <a:lstStyle/>
          <a:p>
            <a:r>
              <a:rPr lang="en-US" altLang="zh-CN" sz="1100" i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en-US" altLang="zh-CN" sz="1100" i="1" baseline="-250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endParaRPr lang="zh-CN" altLang="en-US" sz="1100" i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1506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="" xmlns:a16="http://schemas.microsoft.com/office/drawing/2014/main" id="{12896AE5-DB7C-4BE3-F84B-5F7960828323}"/>
              </a:ext>
            </a:extLst>
          </p:cNvPr>
          <p:cNvGrpSpPr/>
          <p:nvPr/>
        </p:nvGrpSpPr>
        <p:grpSpPr>
          <a:xfrm>
            <a:off x="1575760" y="570423"/>
            <a:ext cx="9194213" cy="5486400"/>
            <a:chOff x="1537257" y="685799"/>
            <a:chExt cx="9194212" cy="5486400"/>
          </a:xfrm>
        </p:grpSpPr>
        <p:pic>
          <p:nvPicPr>
            <p:cNvPr id="15" name="图片 14">
              <a:extLst>
                <a:ext uri="{FF2B5EF4-FFF2-40B4-BE49-F238E27FC236}">
                  <a16:creationId xmlns="" xmlns:a16="http://schemas.microsoft.com/office/drawing/2014/main" id="{2623E34F-5107-608E-EA3A-14682FBC7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12609" r="11980"/>
            <a:stretch/>
          </p:blipFill>
          <p:spPr>
            <a:xfrm>
              <a:off x="1537257" y="685799"/>
              <a:ext cx="9194212" cy="54864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="" xmlns:a16="http://schemas.microsoft.com/office/drawing/2014/main" id="{44F23D16-05F9-1F4C-B5FC-1789B5013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52250" t="24537" r="38750" b="54722"/>
            <a:stretch/>
          </p:blipFill>
          <p:spPr>
            <a:xfrm>
              <a:off x="6370320" y="2023534"/>
              <a:ext cx="1097280" cy="113792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="" xmlns:a16="http://schemas.microsoft.com/office/drawing/2014/main" id="{4DD741E4-A930-4C86-BC84-327A36437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2000" t="15463" r="59000" b="65092"/>
            <a:stretch/>
          </p:blipFill>
          <p:spPr>
            <a:xfrm>
              <a:off x="3896360" y="1529080"/>
              <a:ext cx="1097280" cy="106680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="" xmlns:a16="http://schemas.microsoft.com/office/drawing/2014/main" id="{711D794A-BBC4-A2BB-A1F7-902DD4428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21583" t="16945" r="68749" b="63612"/>
            <a:stretch/>
          </p:blipFill>
          <p:spPr>
            <a:xfrm>
              <a:off x="2636520" y="1591734"/>
              <a:ext cx="1178560" cy="10668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="" xmlns:a16="http://schemas.microsoft.com/office/drawing/2014/main" id="{B34E2749-0844-7E16-AE6E-14C5FF850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61917" t="26389" r="27500" b="52870"/>
            <a:stretch/>
          </p:blipFill>
          <p:spPr>
            <a:xfrm>
              <a:off x="7557346" y="2116668"/>
              <a:ext cx="1290320" cy="11379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="" xmlns:p14="http://schemas.microsoft.com/office/powerpoint/2010/main" val="191044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esktop\master_degree\graduation\thesis\figure\chapter4\ground_effect_platfor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09433" y="1558213"/>
            <a:ext cx="4310380" cy="344805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4859709" y="2773631"/>
            <a:ext cx="95410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数字直流电源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59709" y="2369771"/>
            <a:ext cx="69762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实验样机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56509" y="1965911"/>
            <a:ext cx="82586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气流约束板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2989" y="2369771"/>
            <a:ext cx="56938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龙门架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59709" y="1965911"/>
            <a:ext cx="441146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直尺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84749" y="2773631"/>
            <a:ext cx="69762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000" dirty="0" smtClean="0">
                <a:latin typeface="宋体" pitchFamily="2" charset="-122"/>
                <a:ea typeface="宋体" pitchFamily="2" charset="-122"/>
              </a:rPr>
              <a:t>力传感器</a:t>
            </a:r>
            <a:endParaRPr lang="zh-CN" altLang="en-US" sz="1000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1" name="直接连接符 10"/>
          <p:cNvCxnSpPr>
            <a:stCxn id="7" idx="1"/>
          </p:cNvCxnSpPr>
          <p:nvPr/>
        </p:nvCxnSpPr>
        <p:spPr>
          <a:xfrm rot="10800000">
            <a:off x="4704081" y="1889760"/>
            <a:ext cx="155628" cy="1992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4" idx="3"/>
          </p:cNvCxnSpPr>
          <p:nvPr/>
        </p:nvCxnSpPr>
        <p:spPr>
          <a:xfrm flipV="1">
            <a:off x="5557336" y="2189480"/>
            <a:ext cx="421824" cy="30340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endCxn id="3" idx="2"/>
          </p:cNvCxnSpPr>
          <p:nvPr/>
        </p:nvCxnSpPr>
        <p:spPr>
          <a:xfrm rot="5400000" flipH="1" flipV="1">
            <a:off x="4739647" y="3558325"/>
            <a:ext cx="1135588" cy="5864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5" idx="1"/>
          </p:cNvCxnSpPr>
          <p:nvPr/>
        </p:nvCxnSpPr>
        <p:spPr>
          <a:xfrm>
            <a:off x="6410960" y="1879600"/>
            <a:ext cx="545549" cy="20942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6" idx="3"/>
          </p:cNvCxnSpPr>
          <p:nvPr/>
        </p:nvCxnSpPr>
        <p:spPr>
          <a:xfrm flipV="1">
            <a:off x="7782376" y="2372360"/>
            <a:ext cx="401504" cy="12052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1"/>
          </p:cNvCxnSpPr>
          <p:nvPr/>
        </p:nvCxnSpPr>
        <p:spPr>
          <a:xfrm rot="10800000">
            <a:off x="6192521" y="2783840"/>
            <a:ext cx="892229" cy="11290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tx1"/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9283</TotalTime>
  <Words>161</Words>
  <Application>Microsoft Office PowerPoint</Application>
  <PresentationFormat>自定义</PresentationFormat>
  <Paragraphs>59</Paragraphs>
  <Slides>12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主题​​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启权 崔</dc:creator>
  <cp:lastModifiedBy>ASUS</cp:lastModifiedBy>
  <cp:revision>32</cp:revision>
  <dcterms:created xsi:type="dcterms:W3CDTF">2025-05-21T05:33:49Z</dcterms:created>
  <dcterms:modified xsi:type="dcterms:W3CDTF">2026-03-23T13:11:51Z</dcterms:modified>
</cp:coreProperties>
</file>